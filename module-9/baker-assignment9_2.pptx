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5"/>
  </p:notesMasterIdLst>
  <p:handoutMasterIdLst>
    <p:handoutMasterId r:id="rId16"/>
  </p:handoutMasterIdLst>
  <p:sldIdLst>
    <p:sldId id="292" r:id="rId5"/>
    <p:sldId id="299" r:id="rId6"/>
    <p:sldId id="297" r:id="rId7"/>
    <p:sldId id="261" r:id="rId8"/>
    <p:sldId id="300" r:id="rId9"/>
    <p:sldId id="301" r:id="rId10"/>
    <p:sldId id="302" r:id="rId11"/>
    <p:sldId id="304" r:id="rId12"/>
    <p:sldId id="295" r:id="rId13"/>
    <p:sldId id="289" r:id="rId1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36" userDrawn="1">
          <p15:clr>
            <a:srgbClr val="A4A3A4"/>
          </p15:clr>
        </p15:guide>
        <p15:guide id="2" pos="31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84400"/>
    <a:srgbClr val="446992"/>
    <a:srgbClr val="AEC2D8"/>
    <a:srgbClr val="98432A"/>
    <a:srgbClr val="44678D"/>
    <a:srgbClr val="263E5A"/>
    <a:srgbClr val="D6E0EB"/>
    <a:srgbClr val="728DAB"/>
    <a:srgbClr val="C95B3A"/>
    <a:srgbClr val="2D4C6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DCAF9ED-07DC-4A11-8D7F-57B35C25682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76271" autoAdjust="0"/>
  </p:normalViewPr>
  <p:slideViewPr>
    <p:cSldViewPr snapToGrid="0" showGuides="1">
      <p:cViewPr varScale="1">
        <p:scale>
          <a:sx n="84" d="100"/>
          <a:sy n="84" d="100"/>
        </p:scale>
        <p:origin x="1626" y="90"/>
      </p:cViewPr>
      <p:guideLst>
        <p:guide orient="horz" pos="1536"/>
        <p:guide pos="312"/>
      </p:guideLst>
    </p:cSldViewPr>
  </p:slideViewPr>
  <p:outlineViewPr>
    <p:cViewPr>
      <p:scale>
        <a:sx n="33" d="100"/>
        <a:sy n="33" d="100"/>
      </p:scale>
      <p:origin x="0" y="0"/>
    </p:cViewPr>
  </p:outlineViewPr>
  <p:notesTextViewPr>
    <p:cViewPr>
      <p:scale>
        <a:sx n="1" d="1"/>
        <a:sy n="1" d="1"/>
      </p:scale>
      <p:origin x="0" y="0"/>
    </p:cViewPr>
  </p:notesTextViewPr>
  <p:sorterViewPr>
    <p:cViewPr>
      <p:scale>
        <a:sx n="150" d="100"/>
        <a:sy n="150" d="100"/>
      </p:scale>
      <p:origin x="0" y="0"/>
    </p:cViewPr>
  </p:sorterViewPr>
  <p:notesViewPr>
    <p:cSldViewPr snapToGrid="0">
      <p:cViewPr varScale="1">
        <p:scale>
          <a:sx n="58" d="100"/>
          <a:sy n="58" d="100"/>
        </p:scale>
        <p:origin x="2491"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27E3961-5613-64C6-63C3-6085D0CDAE5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506D1F08-FF42-95F6-3130-AE63E560487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CD26A2A-0A96-0647-84E5-C82F2EFD9474}" type="datetimeFigureOut">
              <a:rPr lang="en-US" smtClean="0"/>
              <a:t>3/1/2026</a:t>
            </a:fld>
            <a:endParaRPr lang="en-US" dirty="0"/>
          </a:p>
        </p:txBody>
      </p:sp>
      <p:sp>
        <p:nvSpPr>
          <p:cNvPr id="4" name="Footer Placeholder 3">
            <a:extLst>
              <a:ext uri="{FF2B5EF4-FFF2-40B4-BE49-F238E27FC236}">
                <a16:creationId xmlns:a16="http://schemas.microsoft.com/office/drawing/2014/main" id="{4CD5B35B-A046-EC3C-A80E-3D9D12C1498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202DDE3-703C-8B4C-9506-EC0A39AACD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B8DC1D1-B6C2-C644-8BF1-C34DBFFE1C78}" type="slidenum">
              <a:rPr lang="en-US" smtClean="0"/>
              <a:t>‹#›</a:t>
            </a:fld>
            <a:endParaRPr lang="en-US" dirty="0"/>
          </a:p>
        </p:txBody>
      </p:sp>
    </p:spTree>
    <p:extLst>
      <p:ext uri="{BB962C8B-B14F-4D97-AF65-F5344CB8AC3E}">
        <p14:creationId xmlns:p14="http://schemas.microsoft.com/office/powerpoint/2010/main" val="9334793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a:extLst>
              <a:ext uri="{FF2B5EF4-FFF2-40B4-BE49-F238E27FC236}">
                <a16:creationId xmlns:a16="http://schemas.microsoft.com/office/drawing/2014/main" id="{0D2594CA-29C5-062F-2EA7-C593B096C62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9" name="Slide Image Placeholder 8">
            <a:extLst>
              <a:ext uri="{FF2B5EF4-FFF2-40B4-BE49-F238E27FC236}">
                <a16:creationId xmlns:a16="http://schemas.microsoft.com/office/drawing/2014/main" id="{E04BB896-BA64-B358-A066-15B96D23BC88}"/>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a:extLst>
              <a:ext uri="{FF2B5EF4-FFF2-40B4-BE49-F238E27FC236}">
                <a16:creationId xmlns:a16="http://schemas.microsoft.com/office/drawing/2014/main" id="{5EFA2818-7747-F326-294F-EEAC9BEF6EBD}"/>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11" name="Date Placeholder 10">
            <a:extLst>
              <a:ext uri="{FF2B5EF4-FFF2-40B4-BE49-F238E27FC236}">
                <a16:creationId xmlns:a16="http://schemas.microsoft.com/office/drawing/2014/main" id="{6B76E0F0-B7F9-756A-3EA4-2114B75370E5}"/>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0CF20C-6BCC-41A4-8C16-5A346425718D}" type="datetimeFigureOut">
              <a:rPr lang="en-US" smtClean="0"/>
              <a:t>3/1/2026</a:t>
            </a:fld>
            <a:endParaRPr lang="en-US" dirty="0"/>
          </a:p>
        </p:txBody>
      </p:sp>
      <p:sp>
        <p:nvSpPr>
          <p:cNvPr id="12" name="Notes Placeholder 11">
            <a:extLst>
              <a:ext uri="{FF2B5EF4-FFF2-40B4-BE49-F238E27FC236}">
                <a16:creationId xmlns:a16="http://schemas.microsoft.com/office/drawing/2014/main" id="{5161C21F-108C-0F07-CDDD-AFB8DDBF6941}"/>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a:extLst>
              <a:ext uri="{FF2B5EF4-FFF2-40B4-BE49-F238E27FC236}">
                <a16:creationId xmlns:a16="http://schemas.microsoft.com/office/drawing/2014/main" id="{A507CBA7-2A1E-725E-35DA-D1CFF08EC633}"/>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60679C-80C7-4E7D-9614-ABA41C5B2858}" type="slidenum">
              <a:rPr lang="en-US" smtClean="0"/>
              <a:t>‹#›</a:t>
            </a:fld>
            <a:endParaRPr lang="en-US" dirty="0"/>
          </a:p>
        </p:txBody>
      </p:sp>
    </p:spTree>
    <p:extLst>
      <p:ext uri="{BB962C8B-B14F-4D97-AF65-F5344CB8AC3E}">
        <p14:creationId xmlns:p14="http://schemas.microsoft.com/office/powerpoint/2010/main" val="4226651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a:t>
            </a:fld>
            <a:endParaRPr lang="en-US" altLang="zh-CN" noProof="0" dirty="0"/>
          </a:p>
        </p:txBody>
      </p:sp>
    </p:spTree>
    <p:extLst>
      <p:ext uri="{BB962C8B-B14F-4D97-AF65-F5344CB8AC3E}">
        <p14:creationId xmlns:p14="http://schemas.microsoft.com/office/powerpoint/2010/main" val="6815932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single human makes mistakes and will continue to make mistakes. Nobody is perfect. The idea of a “Just Culture” is a recognition of this fact and that there are reasonable variabilities when it comes to making a mistake. A sort of acceptable bounds that would not constitute disciplinary action so to speak. Due to this, the whole philosophy of a Just Culture is built on the currency of trust. Employers gain the trust of employees by understanding this simple fact and instead of pointing fingers in blame they solely seek to solve the issue at hand. All it takes is one negative interaction for that trust to be completely eroded, and once gone it will never come back. Due to the nature of how fragile trust can be, it is less of a culture and more of an agreement in a work environment. This sentiment is conveyed by Steven Shorrock in their article on Humanistic Systems about Just Cultures. </a:t>
            </a:r>
          </a:p>
        </p:txBody>
      </p:sp>
      <p:sp>
        <p:nvSpPr>
          <p:cNvPr id="4" name="Slide Number Placeholder 3"/>
          <p:cNvSpPr>
            <a:spLocks noGrp="1"/>
          </p:cNvSpPr>
          <p:nvPr>
            <p:ph type="sldNum" sz="quarter" idx="5"/>
          </p:nvPr>
        </p:nvSpPr>
        <p:spPr/>
        <p:txBody>
          <a:bodyPr/>
          <a:lstStyle/>
          <a:p>
            <a:fld id="{D060679C-80C7-4E7D-9614-ABA41C5B2858}" type="slidenum">
              <a:rPr lang="en-US" smtClean="0"/>
              <a:t>4</a:t>
            </a:fld>
            <a:endParaRPr lang="en-US" dirty="0"/>
          </a:p>
        </p:txBody>
      </p:sp>
    </p:spTree>
    <p:extLst>
      <p:ext uri="{BB962C8B-B14F-4D97-AF65-F5344CB8AC3E}">
        <p14:creationId xmlns:p14="http://schemas.microsoft.com/office/powerpoint/2010/main" val="12141127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A31DE4-F57D-B3CB-FA53-BE1CF2C4CA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DB808A-B0B9-D21A-8CE4-8FF500D740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7F977B-3D2A-131A-B5AA-DB4A06E6E880}"/>
              </a:ext>
            </a:extLst>
          </p:cNvPr>
          <p:cNvSpPr>
            <a:spLocks noGrp="1"/>
          </p:cNvSpPr>
          <p:nvPr>
            <p:ph type="body" idx="1"/>
          </p:nvPr>
        </p:nvSpPr>
        <p:spPr/>
        <p:txBody>
          <a:bodyPr/>
          <a:lstStyle/>
          <a:p>
            <a:r>
              <a:rPr lang="en-US" dirty="0"/>
              <a:t>There are various challenges when it comes to implementing a Just Culture in any work environment. The overarching challenge is a drastic shift in mindset. Changing anyone’s mindset can be a challenging task, however, it is often the first step needed to make any lasting change. The removal of blaming systems allows for organizations to take that “next step” towards building a sustainable environment that puts the employees first. The removal of any fear and blame-oriented culture that tries to single out an individual for their solution causing the error helps everyone feel safer to make mistakes. Along these lines are hindsight bias's which are born from over analyzing the outcome versus the process and laying blame to those who caused it. A “Just World” bias is born from the belief that bad outcomes are caused by bad actions, however, often times errors and bugs may happen regardless of any input or solution that was given. Sometimes the unexpected popups and still needs to be delt with. All of these can cause a lack of safety and trust between the employees and the employer which can cause the workplace environment to spiral out of control. This may even lead to a resistance towards any change by any or both parties, which is the exact opposite of what needs to occur when shifting towards a Just Culture. </a:t>
            </a:r>
          </a:p>
          <a:p>
            <a:endParaRPr lang="en-US" dirty="0"/>
          </a:p>
          <a:p>
            <a:r>
              <a:rPr lang="en-US" dirty="0"/>
              <a:t>Atlassian</a:t>
            </a:r>
          </a:p>
        </p:txBody>
      </p:sp>
      <p:sp>
        <p:nvSpPr>
          <p:cNvPr id="4" name="Slide Number Placeholder 3">
            <a:extLst>
              <a:ext uri="{FF2B5EF4-FFF2-40B4-BE49-F238E27FC236}">
                <a16:creationId xmlns:a16="http://schemas.microsoft.com/office/drawing/2014/main" id="{F0264A33-8412-89B4-2651-AE02B262F0BB}"/>
              </a:ext>
            </a:extLst>
          </p:cNvPr>
          <p:cNvSpPr>
            <a:spLocks noGrp="1"/>
          </p:cNvSpPr>
          <p:nvPr>
            <p:ph type="sldNum" sz="quarter" idx="5"/>
          </p:nvPr>
        </p:nvSpPr>
        <p:spPr/>
        <p:txBody>
          <a:bodyPr/>
          <a:lstStyle/>
          <a:p>
            <a:fld id="{D060679C-80C7-4E7D-9614-ABA41C5B2858}" type="slidenum">
              <a:rPr lang="en-US" smtClean="0"/>
              <a:t>6</a:t>
            </a:fld>
            <a:endParaRPr lang="en-US" dirty="0"/>
          </a:p>
        </p:txBody>
      </p:sp>
    </p:spTree>
    <p:extLst>
      <p:ext uri="{BB962C8B-B14F-4D97-AF65-F5344CB8AC3E}">
        <p14:creationId xmlns:p14="http://schemas.microsoft.com/office/powerpoint/2010/main" val="37136688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it is easy to say “so long as the challenges are avoided, then you have a Just Culture” but in actuality that is not the case. Like any change in culture or environment, dedicated actions need to be taken in order to ensure the quality and security of the culture. Empathy and trust between employees and the employer is a must, as it is the foundation everything is built upon. There needs to be ways for constructive feedback to be given both ways, up and down. Responsibility and accountability need to be held without it becoming accusatory. Employees need to be able to collaborate and communicate with each other effectively to tactfully maneuver obstacles and difficulties. Above all, everyone needs to continuously learn what is working, what is not working, and what can be improved upon. It is a learning experience for everyone; everyone has their own insight in these areas. Finally, cross-functional teams allow for diverse skillsets to come together to form a team that can take on more problems with more unique approaches.</a:t>
            </a:r>
          </a:p>
          <a:p>
            <a:endParaRPr lang="en-US" dirty="0"/>
          </a:p>
          <a:p>
            <a:r>
              <a:rPr lang="en-US" dirty="0" err="1"/>
              <a:t>Ironhack</a:t>
            </a:r>
            <a:endParaRPr lang="en-US" dirty="0"/>
          </a:p>
        </p:txBody>
      </p:sp>
      <p:sp>
        <p:nvSpPr>
          <p:cNvPr id="4" name="Slide Number Placeholder 3"/>
          <p:cNvSpPr>
            <a:spLocks noGrp="1"/>
          </p:cNvSpPr>
          <p:nvPr>
            <p:ph type="sldNum" sz="quarter" idx="5"/>
          </p:nvPr>
        </p:nvSpPr>
        <p:spPr/>
        <p:txBody>
          <a:bodyPr/>
          <a:lstStyle/>
          <a:p>
            <a:fld id="{D060679C-80C7-4E7D-9614-ABA41C5B2858}" type="slidenum">
              <a:rPr lang="en-US" smtClean="0"/>
              <a:t>8</a:t>
            </a:fld>
            <a:endParaRPr lang="en-US" dirty="0"/>
          </a:p>
        </p:txBody>
      </p:sp>
    </p:spTree>
    <p:extLst>
      <p:ext uri="{BB962C8B-B14F-4D97-AF65-F5344CB8AC3E}">
        <p14:creationId xmlns:p14="http://schemas.microsoft.com/office/powerpoint/2010/main" val="24190445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9</a:t>
            </a:fld>
            <a:endParaRPr lang="en-US" altLang="zh-CN" dirty="0"/>
          </a:p>
        </p:txBody>
      </p:sp>
    </p:spTree>
    <p:extLst>
      <p:ext uri="{BB962C8B-B14F-4D97-AF65-F5344CB8AC3E}">
        <p14:creationId xmlns:p14="http://schemas.microsoft.com/office/powerpoint/2010/main" val="24243314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10</a:t>
            </a:fld>
            <a:endParaRPr lang="en-US" altLang="zh-CN" noProof="0" dirty="0"/>
          </a:p>
        </p:txBody>
      </p:sp>
    </p:spTree>
    <p:extLst>
      <p:ext uri="{BB962C8B-B14F-4D97-AF65-F5344CB8AC3E}">
        <p14:creationId xmlns:p14="http://schemas.microsoft.com/office/powerpoint/2010/main" val="118182007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Image">
    <p:bg>
      <p:bgPr>
        <a:solidFill>
          <a:schemeClr val="accent6"/>
        </a:solidFill>
        <a:effectLst/>
      </p:bgPr>
    </p:bg>
    <p:spTree>
      <p:nvGrpSpPr>
        <p:cNvPr id="1" name=""/>
        <p:cNvGrpSpPr/>
        <p:nvPr/>
      </p:nvGrpSpPr>
      <p:grpSpPr>
        <a:xfrm>
          <a:off x="0" y="0"/>
          <a:ext cx="0" cy="0"/>
          <a:chOff x="0" y="0"/>
          <a:chExt cx="0" cy="0"/>
        </a:xfrm>
      </p:grpSpPr>
      <p:pic>
        <p:nvPicPr>
          <p:cNvPr id="13" name="Shape 33">
            <a:extLst>
              <a:ext uri="{FF2B5EF4-FFF2-40B4-BE49-F238E27FC236}">
                <a16:creationId xmlns:a16="http://schemas.microsoft.com/office/drawing/2014/main" id="{4D81E37E-7366-D88D-83B8-BBA577CA462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a:xfrm>
            <a:off x="9897686" y="1064464"/>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pic>
        <p:nvPicPr>
          <p:cNvPr id="12" name="Shape 31">
            <a:extLst>
              <a:ext uri="{FF2B5EF4-FFF2-40B4-BE49-F238E27FC236}">
                <a16:creationId xmlns:a16="http://schemas.microsoft.com/office/drawing/2014/main" id="{A2E096B7-3B4F-355B-58E5-41784AC8BE29}"/>
              </a:ext>
              <a:ext uri="{C183D7F6-B498-43B3-948B-1728B52AA6E4}">
                <adec:decorative xmlns:adec="http://schemas.microsoft.com/office/drawing/2017/decorative" val="1"/>
              </a:ext>
            </a:extLst>
          </p:cNvPr>
          <p:cNvPicPr>
            <a:picLocks noChangeAspect="1"/>
          </p:cNvPicPr>
          <p:nvPr userDrawn="1"/>
        </p:nvPicPr>
        <p:blipFill>
          <a:blip r:embed="rId3" cstate="print">
            <a:extLst>
              <a:ext uri="{28A0092B-C50C-407E-A947-70E740481C1C}">
                <a14:useLocalDpi xmlns:a14="http://schemas.microsoft.com/office/drawing/2010/main"/>
              </a:ext>
            </a:extLst>
          </a:blip>
          <a:srcRect t="2555" b="2555"/>
          <a:stretch>
            <a:fillRect/>
          </a:stretch>
        </p:blipFill>
        <p:spPr>
          <a:xfrm>
            <a:off x="6284315" y="3984454"/>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144292" y="731520"/>
            <a:ext cx="5029200" cy="3291840"/>
          </a:xfrm>
        </p:spPr>
        <p:txBody>
          <a:bodyPr anchor="b">
            <a:normAutofit/>
          </a:bodyPr>
          <a:lstStyle>
            <a:lvl1pPr>
              <a:defRPr sz="4800"/>
            </a:lvl1pPr>
          </a:lstStyle>
          <a:p>
            <a:r>
              <a:rPr lang="en-US" noProof="0"/>
              <a:t>Click to edit Master title style</a:t>
            </a:r>
            <a:endParaRPr lang="en-US" noProof="0" dirty="0"/>
          </a:p>
        </p:txBody>
      </p:sp>
      <p:cxnSp>
        <p:nvCxnSpPr>
          <p:cNvPr id="24" name="Straight Connector 2">
            <a:extLst>
              <a:ext uri="{FF2B5EF4-FFF2-40B4-BE49-F238E27FC236}">
                <a16:creationId xmlns:a16="http://schemas.microsoft.com/office/drawing/2014/main" id="{F1FCCFDB-D985-4322-AC87-F69214893708}"/>
              </a:ext>
            </a:extLst>
          </p:cNvPr>
          <p:cNvCxnSpPr/>
          <p:nvPr userDrawn="1"/>
        </p:nvCxnSpPr>
        <p:spPr>
          <a:xfrm>
            <a:off x="1168533" y="4172084"/>
            <a:ext cx="0" cy="760288"/>
          </a:xfrm>
          <a:prstGeom prst="line">
            <a:avLst/>
          </a:prstGeom>
          <a:noFill/>
          <a:ln w="19050" cap="flat" cmpd="sng" algn="ctr">
            <a:solidFill>
              <a:srgbClr val="D84400"/>
            </a:solidFill>
            <a:prstDash val="solid"/>
            <a:miter lim="800000"/>
          </a:ln>
          <a:effectLst/>
        </p:spPr>
      </p:cxn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1260894" y="4172084"/>
            <a:ext cx="4912598" cy="914400"/>
          </a:xfrm>
          <a:prstGeom prst="rect">
            <a:avLst/>
          </a:prstGeom>
        </p:spPr>
        <p:txBody>
          <a:bodyPr>
            <a:normAutofit/>
          </a:bodyPr>
          <a:lstStyle>
            <a:lvl1pPr marL="0" indent="0">
              <a:lnSpc>
                <a:spcPct val="100000"/>
              </a:lnSpc>
              <a:buNone/>
              <a:defRPr sz="20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47" name="Content placeholder 47">
            <a:extLst>
              <a:ext uri="{FF2B5EF4-FFF2-40B4-BE49-F238E27FC236}">
                <a16:creationId xmlns:a16="http://schemas.microsoft.com/office/drawing/2014/main" id="{0FFAAB58-ABE4-41AC-B94E-432936CE0301}"/>
              </a:ext>
            </a:extLst>
          </p:cNvPr>
          <p:cNvSpPr>
            <a:spLocks noGrp="1"/>
          </p:cNvSpPr>
          <p:nvPr>
            <p:ph type="pic" sz="quarter" idx="47" hasCustomPrompt="1"/>
          </p:nvPr>
        </p:nvSpPr>
        <p:spPr>
          <a:xfrm>
            <a:off x="6742557" y="821836"/>
            <a:ext cx="4405503" cy="5066346"/>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dirty="0"/>
              <a:t>Click icon to add picture≈≈</a:t>
            </a:r>
          </a:p>
        </p:txBody>
      </p:sp>
      <p:sp>
        <p:nvSpPr>
          <p:cNvPr id="9" name="Freeform: Shape 11">
            <a:extLst>
              <a:ext uri="{FF2B5EF4-FFF2-40B4-BE49-F238E27FC236}">
                <a16:creationId xmlns:a16="http://schemas.microsoft.com/office/drawing/2014/main" id="{9ECA281C-F2CB-AE9D-DCD6-F94D3FEE2E67}"/>
              </a:ext>
            </a:extLst>
          </p:cNvPr>
          <p:cNvSpPr/>
          <p:nvPr userDrawn="1"/>
        </p:nvSpPr>
        <p:spPr>
          <a:xfrm>
            <a:off x="7441324" y="5568778"/>
            <a:ext cx="829927" cy="949454"/>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Tree>
    <p:extLst>
      <p:ext uri="{BB962C8B-B14F-4D97-AF65-F5344CB8AC3E}">
        <p14:creationId xmlns:p14="http://schemas.microsoft.com/office/powerpoint/2010/main" val="3496649517"/>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5518B595-5A04-0768-52B1-73F11E4754EA}"/>
              </a:ext>
            </a:extLst>
          </p:cNvPr>
          <p:cNvSpPr>
            <a:spLocks noGrp="1"/>
          </p:cNvSpPr>
          <p:nvPr>
            <p:ph type="title"/>
          </p:nvPr>
        </p:nvSpPr>
        <p:spPr>
          <a:xfrm>
            <a:off x="914400" y="3429000"/>
            <a:ext cx="4206240" cy="2377440"/>
          </a:xfrm>
        </p:spPr>
        <p:txBody>
          <a:bodyPr anchor="t">
            <a:noAutofit/>
          </a:bodyPr>
          <a:lstStyle>
            <a:lvl1pPr>
              <a:defRPr sz="3600"/>
            </a:lvl1pPr>
          </a:lstStyle>
          <a:p>
            <a:r>
              <a:rPr lang="en-US" noProof="0"/>
              <a:t>Click to edit Master title style</a:t>
            </a:r>
            <a:endParaRPr lang="en-US" noProof="0" dirty="0"/>
          </a:p>
        </p:txBody>
      </p:sp>
      <p:sp>
        <p:nvSpPr>
          <p:cNvPr id="6" name="Content Placeholder 4">
            <a:extLst>
              <a:ext uri="{FF2B5EF4-FFF2-40B4-BE49-F238E27FC236}">
                <a16:creationId xmlns:a16="http://schemas.microsoft.com/office/drawing/2014/main" id="{73CCCCFD-E0FE-BDB7-CF9D-FCA345E6BA55}"/>
              </a:ext>
            </a:extLst>
          </p:cNvPr>
          <p:cNvSpPr>
            <a:spLocks noGrp="1"/>
          </p:cNvSpPr>
          <p:nvPr>
            <p:ph sz="quarter" idx="35"/>
          </p:nvPr>
        </p:nvSpPr>
        <p:spPr>
          <a:xfrm>
            <a:off x="5394325" y="3429000"/>
            <a:ext cx="3475038" cy="2378075"/>
          </a:xfrm>
        </p:spPr>
        <p:txBody>
          <a:bodyPr anchor="ctr"/>
          <a:lstStyle>
            <a:lvl1pPr marL="347472">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Shape 4">
            <a:extLst>
              <a:ext uri="{FF2B5EF4-FFF2-40B4-BE49-F238E27FC236}">
                <a16:creationId xmlns:a16="http://schemas.microsoft.com/office/drawing/2014/main" id="{AE722AFD-22D7-4BD8-B055-3867C3800E16}"/>
              </a:ext>
            </a:extLst>
          </p:cNvPr>
          <p:cNvSpPr/>
          <p:nvPr userDrawn="1"/>
        </p:nvSpPr>
        <p:spPr>
          <a:xfrm>
            <a:off x="6282845" y="525294"/>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3" name="Freeform: Shape 12">
            <a:extLst>
              <a:ext uri="{FF2B5EF4-FFF2-40B4-BE49-F238E27FC236}">
                <a16:creationId xmlns:a16="http://schemas.microsoft.com/office/drawing/2014/main" id="{5D0355E4-3980-42A9-9376-74163520D39D}"/>
              </a:ext>
            </a:extLst>
          </p:cNvPr>
          <p:cNvSpPr/>
          <p:nvPr userDrawn="1"/>
        </p:nvSpPr>
        <p:spPr>
          <a:xfrm>
            <a:off x="8375472" y="496110"/>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6" name="Freeform: Shape 15">
            <a:extLst>
              <a:ext uri="{FF2B5EF4-FFF2-40B4-BE49-F238E27FC236}">
                <a16:creationId xmlns:a16="http://schemas.microsoft.com/office/drawing/2014/main" id="{B9D430ED-A815-4274-966C-8192C4230569}"/>
              </a:ext>
            </a:extLst>
          </p:cNvPr>
          <p:cNvSpPr/>
          <p:nvPr userDrawn="1"/>
        </p:nvSpPr>
        <p:spPr>
          <a:xfrm>
            <a:off x="9403474" y="2310314"/>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29" name="Freeform 28">
            <a:extLst>
              <a:ext uri="{FF2B5EF4-FFF2-40B4-BE49-F238E27FC236}">
                <a16:creationId xmlns:a16="http://schemas.microsoft.com/office/drawing/2014/main" id="{0B88ADED-0863-78D3-7710-E131932E965F}"/>
              </a:ext>
            </a:extLst>
          </p:cNvPr>
          <p:cNvSpPr/>
          <p:nvPr userDrawn="1"/>
        </p:nvSpPr>
        <p:spPr>
          <a:xfrm>
            <a:off x="10460480" y="505838"/>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8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8"/>
                </a:lnTo>
                <a:lnTo>
                  <a:pt x="956364" y="2159541"/>
                </a:lnTo>
                <a:lnTo>
                  <a:pt x="0" y="1623503"/>
                </a:lnTo>
                <a:lnTo>
                  <a:pt x="0" y="543733"/>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27">
            <a:extLst>
              <a:ext uri="{FF2B5EF4-FFF2-40B4-BE49-F238E27FC236}">
                <a16:creationId xmlns:a16="http://schemas.microsoft.com/office/drawing/2014/main" id="{32435EB1-8BEE-9EEE-D9E4-E53D56B7E09C}"/>
              </a:ext>
            </a:extLst>
          </p:cNvPr>
          <p:cNvSpPr/>
          <p:nvPr userDrawn="1"/>
        </p:nvSpPr>
        <p:spPr>
          <a:xfrm>
            <a:off x="11498097" y="2436654"/>
            <a:ext cx="698022" cy="1868948"/>
          </a:xfrm>
          <a:custGeom>
            <a:avLst/>
            <a:gdLst>
              <a:gd name="connsiteX0" fmla="*/ 698022 w 698022"/>
              <a:gd name="connsiteY0" fmla="*/ 0 h 1868948"/>
              <a:gd name="connsiteX1" fmla="*/ 698022 w 698022"/>
              <a:gd name="connsiteY1" fmla="*/ 1868948 h 1868948"/>
              <a:gd name="connsiteX2" fmla="*/ 0 w 698022"/>
              <a:gd name="connsiteY2" fmla="*/ 1477709 h 1868948"/>
              <a:gd name="connsiteX3" fmla="*/ 0 w 698022"/>
              <a:gd name="connsiteY3" fmla="*/ 397939 h 1868948"/>
            </a:gdLst>
            <a:ahLst/>
            <a:cxnLst>
              <a:cxn ang="0">
                <a:pos x="connsiteX0" y="connsiteY0"/>
              </a:cxn>
              <a:cxn ang="0">
                <a:pos x="connsiteX1" y="connsiteY1"/>
              </a:cxn>
              <a:cxn ang="0">
                <a:pos x="connsiteX2" y="connsiteY2"/>
              </a:cxn>
              <a:cxn ang="0">
                <a:pos x="connsiteX3" y="connsiteY3"/>
              </a:cxn>
            </a:cxnLst>
            <a:rect l="l" t="t" r="r" b="b"/>
            <a:pathLst>
              <a:path w="698022" h="1868948">
                <a:moveTo>
                  <a:pt x="698022" y="0"/>
                </a:moveTo>
                <a:lnTo>
                  <a:pt x="698022" y="1868948"/>
                </a:lnTo>
                <a:lnTo>
                  <a:pt x="0" y="1477709"/>
                </a:lnTo>
                <a:lnTo>
                  <a:pt x="0" y="397939"/>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29">
            <a:extLst>
              <a:ext uri="{FF2B5EF4-FFF2-40B4-BE49-F238E27FC236}">
                <a16:creationId xmlns:a16="http://schemas.microsoft.com/office/drawing/2014/main" id="{2692688E-3654-181E-6244-F2CED7612746}"/>
              </a:ext>
            </a:extLst>
          </p:cNvPr>
          <p:cNvSpPr/>
          <p:nvPr userDrawn="1"/>
        </p:nvSpPr>
        <p:spPr>
          <a:xfrm>
            <a:off x="10460480" y="4114794"/>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9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9"/>
                </a:lnTo>
                <a:lnTo>
                  <a:pt x="956364" y="2159541"/>
                </a:lnTo>
                <a:lnTo>
                  <a:pt x="0" y="1623503"/>
                </a:lnTo>
                <a:lnTo>
                  <a:pt x="0" y="543733"/>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 name="Footer Placeholder 1">
            <a:extLst>
              <a:ext uri="{FF2B5EF4-FFF2-40B4-BE49-F238E27FC236}">
                <a16:creationId xmlns:a16="http://schemas.microsoft.com/office/drawing/2014/main" id="{D6B1A7E0-D0BF-7FCA-D296-94BFC0D611C5}"/>
              </a:ext>
            </a:extLst>
          </p:cNvPr>
          <p:cNvSpPr>
            <a:spLocks noGrp="1"/>
          </p:cNvSpPr>
          <p:nvPr>
            <p:ph type="ftr" sz="quarter" idx="33"/>
          </p:nvPr>
        </p:nvSpPr>
        <p:spPr/>
        <p:txBody>
          <a:bodyPr/>
          <a:lstStyle/>
          <a:p>
            <a:endParaRPr lang="en-US" noProof="0" dirty="0"/>
          </a:p>
        </p:txBody>
      </p:sp>
      <p:sp>
        <p:nvSpPr>
          <p:cNvPr id="3" name="Slide Number Placeholder 2">
            <a:extLst>
              <a:ext uri="{FF2B5EF4-FFF2-40B4-BE49-F238E27FC236}">
                <a16:creationId xmlns:a16="http://schemas.microsoft.com/office/drawing/2014/main" id="{FCAC10D1-DF42-8734-0793-84312B963E62}"/>
              </a:ext>
            </a:extLst>
          </p:cNvPr>
          <p:cNvSpPr>
            <a:spLocks noGrp="1"/>
          </p:cNvSpPr>
          <p:nvPr>
            <p:ph type="sldNum" sz="quarter" idx="34"/>
          </p:nvPr>
        </p:nvSpPr>
        <p:spPr/>
        <p:txBody>
          <a:bodyPr/>
          <a:lstStyle/>
          <a:p>
            <a:fld id="{47FEACEE-25B4-4A2D-B147-27296E36371D}" type="slidenum">
              <a:rPr lang="en-US" altLang="zh-CN" noProof="0" smtClean="0"/>
              <a:pPr/>
              <a:t>‹#›</a:t>
            </a:fld>
            <a:endParaRPr lang="en-US" altLang="zh-CN" noProof="0" dirty="0"/>
          </a:p>
        </p:txBody>
      </p:sp>
      <p:sp>
        <p:nvSpPr>
          <p:cNvPr id="8" name="Freeform 7">
            <a:extLst>
              <a:ext uri="{FF2B5EF4-FFF2-40B4-BE49-F238E27FC236}">
                <a16:creationId xmlns:a16="http://schemas.microsoft.com/office/drawing/2014/main" id="{24C8F37E-3F74-F3FA-C9D8-7083DF2BBECC}"/>
              </a:ext>
            </a:extLst>
          </p:cNvPr>
          <p:cNvSpPr/>
          <p:nvPr userDrawn="1"/>
        </p:nvSpPr>
        <p:spPr>
          <a:xfrm>
            <a:off x="7325349"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8">
            <a:extLst>
              <a:ext uri="{FF2B5EF4-FFF2-40B4-BE49-F238E27FC236}">
                <a16:creationId xmlns:a16="http://schemas.microsoft.com/office/drawing/2014/main" id="{FB905CE6-1C2F-E053-4D14-6B86F4EFDC10}"/>
              </a:ext>
            </a:extLst>
          </p:cNvPr>
          <p:cNvSpPr/>
          <p:nvPr userDrawn="1"/>
        </p:nvSpPr>
        <p:spPr>
          <a:xfrm>
            <a:off x="9416816"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12">
            <a:extLst>
              <a:ext uri="{FF2B5EF4-FFF2-40B4-BE49-F238E27FC236}">
                <a16:creationId xmlns:a16="http://schemas.microsoft.com/office/drawing/2014/main" id="{0B2D3BF4-495E-23C2-9911-15BC9E0D8EA7}"/>
              </a:ext>
            </a:extLst>
          </p:cNvPr>
          <p:cNvSpPr/>
          <p:nvPr userDrawn="1"/>
        </p:nvSpPr>
        <p:spPr>
          <a:xfrm>
            <a:off x="1571157" y="505838"/>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8" name="Freeform 17">
            <a:extLst>
              <a:ext uri="{FF2B5EF4-FFF2-40B4-BE49-F238E27FC236}">
                <a16:creationId xmlns:a16="http://schemas.microsoft.com/office/drawing/2014/main" id="{62629C19-89EB-BC19-9230-7F7675E16EFF}"/>
              </a:ext>
            </a:extLst>
          </p:cNvPr>
          <p:cNvSpPr/>
          <p:nvPr userDrawn="1"/>
        </p:nvSpPr>
        <p:spPr>
          <a:xfrm>
            <a:off x="521034"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2"/>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1143481105"/>
      </p:ext>
    </p:extLst>
  </p:cSld>
  <p:clrMapOvr>
    <a:masterClrMapping/>
  </p:clrMapOvr>
  <p:extLst>
    <p:ext uri="{DCECCB84-F9BA-43D5-87BE-67443E8EF086}">
      <p15:sldGuideLst xmlns:p15="http://schemas.microsoft.com/office/powerpoint/2012/main">
        <p15:guide id="1" orient="horz" pos="528">
          <p15:clr>
            <a:srgbClr val="FBAE40"/>
          </p15:clr>
        </p15:guide>
        <p15:guide id="2" pos="50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accent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5998464" y="731520"/>
            <a:ext cx="5029200" cy="3291840"/>
          </a:xfrm>
        </p:spPr>
        <p:txBody>
          <a:bodyPr anchor="b">
            <a:normAutofit/>
          </a:bodyPr>
          <a:lstStyle/>
          <a:p>
            <a:r>
              <a:rPr lang="en-US" noProof="0"/>
              <a:t>Click to edit Master title style</a:t>
            </a:r>
            <a:endParaRPr lang="en-US" noProof="0" dirty="0"/>
          </a:p>
        </p:txBody>
      </p: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6117336" y="4172084"/>
            <a:ext cx="4910328" cy="1005840"/>
          </a:xfrm>
          <a:prstGeom prst="rect">
            <a:avLst/>
          </a:prstGeom>
        </p:spPr>
        <p:txBody>
          <a:bodyPr>
            <a:normAutofit/>
          </a:bodyPr>
          <a:lstStyle>
            <a:lvl1pPr marL="0" indent="0">
              <a:lnSpc>
                <a:spcPct val="100000"/>
              </a:lnSpc>
              <a:buNone/>
              <a:defRPr sz="18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2" name="Freeform: Shape 5">
            <a:extLst>
              <a:ext uri="{FF2B5EF4-FFF2-40B4-BE49-F238E27FC236}">
                <a16:creationId xmlns:a16="http://schemas.microsoft.com/office/drawing/2014/main" id="{B17C1EC9-3787-8D41-B5F1-BF16FD5C7ACB}"/>
              </a:ext>
            </a:extLst>
          </p:cNvPr>
          <p:cNvSpPr/>
          <p:nvPr userDrawn="1"/>
        </p:nvSpPr>
        <p:spPr>
          <a:xfrm>
            <a:off x="3843559" y="722518"/>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4" name="Freeform: Shape 6">
            <a:extLst>
              <a:ext uri="{FF2B5EF4-FFF2-40B4-BE49-F238E27FC236}">
                <a16:creationId xmlns:a16="http://schemas.microsoft.com/office/drawing/2014/main" id="{E945D8B2-8BED-B43F-8D56-AB19D0D29970}"/>
              </a:ext>
            </a:extLst>
          </p:cNvPr>
          <p:cNvSpPr/>
          <p:nvPr userDrawn="1"/>
        </p:nvSpPr>
        <p:spPr>
          <a:xfrm>
            <a:off x="1223929" y="1436914"/>
            <a:ext cx="2857005" cy="326977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600" noProof="0" dirty="0"/>
          </a:p>
        </p:txBody>
      </p:sp>
      <p:sp>
        <p:nvSpPr>
          <p:cNvPr id="5" name="Freeform: Shape 7">
            <a:extLst>
              <a:ext uri="{FF2B5EF4-FFF2-40B4-BE49-F238E27FC236}">
                <a16:creationId xmlns:a16="http://schemas.microsoft.com/office/drawing/2014/main" id="{3853EA5E-735A-20F3-684A-C0AD030EC2D4}"/>
              </a:ext>
            </a:extLst>
          </p:cNvPr>
          <p:cNvSpPr/>
          <p:nvPr userDrawn="1"/>
        </p:nvSpPr>
        <p:spPr>
          <a:xfrm>
            <a:off x="758702" y="3457554"/>
            <a:ext cx="1208037" cy="138175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6" name="Freeform: Shape 11">
            <a:extLst>
              <a:ext uri="{FF2B5EF4-FFF2-40B4-BE49-F238E27FC236}">
                <a16:creationId xmlns:a16="http://schemas.microsoft.com/office/drawing/2014/main" id="{75DB4848-0824-8316-ED27-44DF37AD6F3D}"/>
              </a:ext>
            </a:extLst>
          </p:cNvPr>
          <p:cNvSpPr/>
          <p:nvPr userDrawn="1"/>
        </p:nvSpPr>
        <p:spPr>
          <a:xfrm>
            <a:off x="2917915" y="4662164"/>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cxnSp>
        <p:nvCxnSpPr>
          <p:cNvPr id="7" name="Straight Connector 2">
            <a:extLst>
              <a:ext uri="{FF2B5EF4-FFF2-40B4-BE49-F238E27FC236}">
                <a16:creationId xmlns:a16="http://schemas.microsoft.com/office/drawing/2014/main" id="{8784B377-2FE4-4091-C29F-46938ECFA73E}"/>
              </a:ext>
            </a:extLst>
          </p:cNvPr>
          <p:cNvCxnSpPr/>
          <p:nvPr userDrawn="1"/>
        </p:nvCxnSpPr>
        <p:spPr>
          <a:xfrm>
            <a:off x="5998709" y="4172084"/>
            <a:ext cx="0" cy="760288"/>
          </a:xfrm>
          <a:prstGeom prst="line">
            <a:avLst/>
          </a:prstGeom>
          <a:noFill/>
          <a:ln w="19050" cap="flat" cmpd="sng" algn="ctr">
            <a:solidFill>
              <a:srgbClr val="D84400"/>
            </a:solidFill>
            <a:prstDash val="solid"/>
            <a:miter lim="800000"/>
          </a:ln>
          <a:effectLst/>
        </p:spPr>
      </p:cxnSp>
    </p:spTree>
    <p:extLst>
      <p:ext uri="{BB962C8B-B14F-4D97-AF65-F5344CB8AC3E}">
        <p14:creationId xmlns:p14="http://schemas.microsoft.com/office/powerpoint/2010/main" val="2612047778"/>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le and content 01">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E820F9CA-E84D-E159-524A-398712EC6AFE}"/>
              </a:ext>
            </a:extLst>
          </p:cNvPr>
          <p:cNvGrpSpPr/>
          <p:nvPr userDrawn="1"/>
        </p:nvGrpSpPr>
        <p:grpSpPr>
          <a:xfrm>
            <a:off x="879765" y="-10376"/>
            <a:ext cx="10794247" cy="1864808"/>
            <a:chOff x="879765" y="-10376"/>
            <a:chExt cx="10794247" cy="1864808"/>
          </a:xfrm>
        </p:grpSpPr>
        <p:sp>
          <p:nvSpPr>
            <p:cNvPr id="12" name="Freeform: Shape 12">
              <a:extLst>
                <a:ext uri="{FF2B5EF4-FFF2-40B4-BE49-F238E27FC236}">
                  <a16:creationId xmlns:a16="http://schemas.microsoft.com/office/drawing/2014/main" id="{7674207A-3643-0D40-E3B5-F11FCACBAA74}"/>
                </a:ext>
              </a:extLst>
            </p:cNvPr>
            <p:cNvSpPr/>
            <p:nvPr/>
          </p:nvSpPr>
          <p:spPr>
            <a:xfrm>
              <a:off x="8893126" y="35193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7" name="Freeform: Shape 12">
              <a:extLst>
                <a:ext uri="{FF2B5EF4-FFF2-40B4-BE49-F238E27FC236}">
                  <a16:creationId xmlns:a16="http://schemas.microsoft.com/office/drawing/2014/main" id="{9619B847-88FE-63C2-96AC-161C08F5934F}"/>
                </a:ext>
              </a:extLst>
            </p:cNvPr>
            <p:cNvSpPr/>
            <p:nvPr/>
          </p:nvSpPr>
          <p:spPr>
            <a:xfrm>
              <a:off x="5985740" y="345168"/>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8" name="Freeform 6">
              <a:extLst>
                <a:ext uri="{FF2B5EF4-FFF2-40B4-BE49-F238E27FC236}">
                  <a16:creationId xmlns:a16="http://schemas.microsoft.com/office/drawing/2014/main" id="{228172F9-6711-D31B-2F7B-A4ECDEAB360C}"/>
                </a:ext>
              </a:extLst>
            </p:cNvPr>
            <p:cNvSpPr/>
            <p:nvPr/>
          </p:nvSpPr>
          <p:spPr>
            <a:xfrm>
              <a:off x="5255120"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7">
              <a:extLst>
                <a:ext uri="{FF2B5EF4-FFF2-40B4-BE49-F238E27FC236}">
                  <a16:creationId xmlns:a16="http://schemas.microsoft.com/office/drawing/2014/main" id="{1732E38F-F657-48F0-5783-63C7EDB52F87}"/>
                </a:ext>
              </a:extLst>
            </p:cNvPr>
            <p:cNvSpPr/>
            <p:nvPr/>
          </p:nvSpPr>
          <p:spPr>
            <a:xfrm>
              <a:off x="6710252"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12">
              <a:extLst>
                <a:ext uri="{FF2B5EF4-FFF2-40B4-BE49-F238E27FC236}">
                  <a16:creationId xmlns:a16="http://schemas.microsoft.com/office/drawing/2014/main" id="{601F8F38-CEFA-8374-19C9-69BA4F7D10DF}"/>
                </a:ext>
              </a:extLst>
            </p:cNvPr>
            <p:cNvSpPr/>
            <p:nvPr/>
          </p:nvSpPr>
          <p:spPr>
            <a:xfrm>
              <a:off x="1610385" y="35193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1" name="Freeform 9">
              <a:extLst>
                <a:ext uri="{FF2B5EF4-FFF2-40B4-BE49-F238E27FC236}">
                  <a16:creationId xmlns:a16="http://schemas.microsoft.com/office/drawing/2014/main" id="{0659428E-002A-3B5E-D9E8-A2B206826D40}"/>
                </a:ext>
              </a:extLst>
            </p:cNvPr>
            <p:cNvSpPr/>
            <p:nvPr/>
          </p:nvSpPr>
          <p:spPr>
            <a:xfrm>
              <a:off x="879765"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12">
              <a:extLst>
                <a:ext uri="{FF2B5EF4-FFF2-40B4-BE49-F238E27FC236}">
                  <a16:creationId xmlns:a16="http://schemas.microsoft.com/office/drawing/2014/main" id="{F3F6BB30-EA63-53B6-1493-0B0220BC1FF8}"/>
                </a:ext>
              </a:extLst>
            </p:cNvPr>
            <p:cNvSpPr/>
            <p:nvPr/>
          </p:nvSpPr>
          <p:spPr>
            <a:xfrm>
              <a:off x="2336512" y="-10376"/>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3B6E5B6F-28D6-E7F3-B009-0B5623E38F22}"/>
                </a:ext>
              </a:extLst>
            </p:cNvPr>
            <p:cNvSpPr/>
            <p:nvPr/>
          </p:nvSpPr>
          <p:spPr>
            <a:xfrm>
              <a:off x="8160084" y="-10376"/>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14">
              <a:extLst>
                <a:ext uri="{FF2B5EF4-FFF2-40B4-BE49-F238E27FC236}">
                  <a16:creationId xmlns:a16="http://schemas.microsoft.com/office/drawing/2014/main" id="{4817D92F-B8AA-2300-DC90-9AA1D5E54408}"/>
                </a:ext>
              </a:extLst>
            </p:cNvPr>
            <p:cNvSpPr/>
            <p:nvPr/>
          </p:nvSpPr>
          <p:spPr>
            <a:xfrm>
              <a:off x="9615216"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2">
              <a:extLst>
                <a:ext uri="{FF2B5EF4-FFF2-40B4-BE49-F238E27FC236}">
                  <a16:creationId xmlns:a16="http://schemas.microsoft.com/office/drawing/2014/main" id="{F40AC1C2-6632-AEFE-E7DF-2E1BB06D857A}"/>
                </a:ext>
              </a:extLst>
            </p:cNvPr>
            <p:cNvSpPr/>
            <p:nvPr/>
          </p:nvSpPr>
          <p:spPr>
            <a:xfrm>
              <a:off x="10342958" y="32052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grpSp>
      <p:sp>
        <p:nvSpPr>
          <p:cNvPr id="2" name="Title 1"/>
          <p:cNvSpPr>
            <a:spLocks noGrp="1"/>
          </p:cNvSpPr>
          <p:nvPr>
            <p:ph type="title"/>
          </p:nvPr>
        </p:nvSpPr>
        <p:spPr>
          <a:xfrm>
            <a:off x="914400" y="2487168"/>
            <a:ext cx="4572000" cy="3383280"/>
          </a:xfrm>
        </p:spPr>
        <p:txBody>
          <a:bodyPr anchor="t">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6217920" y="2487168"/>
            <a:ext cx="5029200" cy="3383280"/>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extLst>
      <p:ext uri="{BB962C8B-B14F-4D97-AF65-F5344CB8AC3E}">
        <p14:creationId xmlns:p14="http://schemas.microsoft.com/office/powerpoint/2010/main" val="4537874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break with image">
    <p:bg>
      <p:bgPr>
        <a:solidFill>
          <a:schemeClr val="accent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143000" y="3200400"/>
            <a:ext cx="5029200" cy="2743200"/>
          </a:xfrm>
        </p:spPr>
        <p:txBody>
          <a:bodyPr anchor="t">
            <a:normAutofit/>
          </a:bodyPr>
          <a:lstStyle>
            <a:lvl1pPr>
              <a:defRPr sz="4800"/>
            </a:lvl1pPr>
          </a:lstStyle>
          <a:p>
            <a:r>
              <a:rPr lang="en-US" noProof="0"/>
              <a:t>Click to edit Master title style</a:t>
            </a:r>
            <a:endParaRPr lang="en-US" noProof="0" dirty="0"/>
          </a:p>
        </p:txBody>
      </p:sp>
      <p:pic>
        <p:nvPicPr>
          <p:cNvPr id="10" name="Picture Placeholder 31">
            <a:extLst>
              <a:ext uri="{FF2B5EF4-FFF2-40B4-BE49-F238E27FC236}">
                <a16:creationId xmlns:a16="http://schemas.microsoft.com/office/drawing/2014/main" id="{373D33A6-83B0-5538-2873-8856E4E60DC0}"/>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Lst>
          </a:blip>
          <a:srcRect t="2555" b="2555"/>
          <a:stretch>
            <a:fillRect/>
          </a:stretch>
        </p:blipFill>
        <p:spPr>
          <a:xfrm>
            <a:off x="6504265" y="3029080"/>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accent5">
              <a:alpha val="30000"/>
            </a:schemeClr>
          </a:solidFill>
        </p:spPr>
      </p:pic>
      <p:sp>
        <p:nvSpPr>
          <p:cNvPr id="7" name="Content placeholder 47">
            <a:extLst>
              <a:ext uri="{FF2B5EF4-FFF2-40B4-BE49-F238E27FC236}">
                <a16:creationId xmlns:a16="http://schemas.microsoft.com/office/drawing/2014/main" id="{3944D979-8121-82AA-A130-38072F1EA83F}"/>
              </a:ext>
            </a:extLst>
          </p:cNvPr>
          <p:cNvSpPr>
            <a:spLocks noGrp="1"/>
          </p:cNvSpPr>
          <p:nvPr>
            <p:ph type="pic" sz="quarter" idx="47" hasCustomPrompt="1"/>
          </p:nvPr>
        </p:nvSpPr>
        <p:spPr>
          <a:xfrm>
            <a:off x="7493157" y="529148"/>
            <a:ext cx="4248873" cy="473113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dirty="0"/>
              <a:t>Click icon to add picture≈≈</a:t>
            </a:r>
          </a:p>
        </p:txBody>
      </p: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1261872" y="2240280"/>
            <a:ext cx="5029200" cy="760288"/>
          </a:xfrm>
          <a:prstGeom prst="rect">
            <a:avLst/>
          </a:prstGeom>
        </p:spPr>
        <p:txBody>
          <a:bodyPr anchor="b">
            <a:normAutofit/>
          </a:bodyPr>
          <a:lstStyle>
            <a:lvl1pPr marL="0" indent="0">
              <a:lnSpc>
                <a:spcPct val="100000"/>
              </a:lnSpc>
              <a:buNone/>
              <a:defRPr sz="20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5" name="Freeform: Shape 25">
            <a:extLst>
              <a:ext uri="{FF2B5EF4-FFF2-40B4-BE49-F238E27FC236}">
                <a16:creationId xmlns:a16="http://schemas.microsoft.com/office/drawing/2014/main" id="{8A1DBD66-3066-DF70-EF94-95DF0D7A6503}"/>
              </a:ext>
            </a:extLst>
          </p:cNvPr>
          <p:cNvSpPr/>
          <p:nvPr userDrawn="1"/>
        </p:nvSpPr>
        <p:spPr>
          <a:xfrm flipH="1">
            <a:off x="7400972" y="4594440"/>
            <a:ext cx="1347680" cy="158117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Freeform: Shape 11">
            <a:extLst>
              <a:ext uri="{FF2B5EF4-FFF2-40B4-BE49-F238E27FC236}">
                <a16:creationId xmlns:a16="http://schemas.microsoft.com/office/drawing/2014/main" id="{D2CC929C-40BF-4EF5-7910-7F657CAF8CA9}"/>
              </a:ext>
            </a:extLst>
          </p:cNvPr>
          <p:cNvSpPr/>
          <p:nvPr userDrawn="1"/>
        </p:nvSpPr>
        <p:spPr>
          <a:xfrm>
            <a:off x="6521016" y="4772906"/>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cxnSp>
        <p:nvCxnSpPr>
          <p:cNvPr id="9" name="Straight Connector 2">
            <a:extLst>
              <a:ext uri="{FF2B5EF4-FFF2-40B4-BE49-F238E27FC236}">
                <a16:creationId xmlns:a16="http://schemas.microsoft.com/office/drawing/2014/main" id="{66E94398-47F0-267C-6791-5C30B1CEF496}"/>
              </a:ext>
            </a:extLst>
          </p:cNvPr>
          <p:cNvCxnSpPr/>
          <p:nvPr userDrawn="1"/>
        </p:nvCxnSpPr>
        <p:spPr>
          <a:xfrm>
            <a:off x="1142663" y="2282891"/>
            <a:ext cx="0" cy="760288"/>
          </a:xfrm>
          <a:prstGeom prst="line">
            <a:avLst/>
          </a:prstGeom>
          <a:noFill/>
          <a:ln w="19050" cap="flat" cmpd="sng" algn="ctr">
            <a:solidFill>
              <a:srgbClr val="D84400"/>
            </a:solidFill>
            <a:prstDash val="solid"/>
            <a:miter lim="800000"/>
          </a:ln>
          <a:effectLst/>
        </p:spPr>
      </p:cxnSp>
    </p:spTree>
    <p:extLst>
      <p:ext uri="{BB962C8B-B14F-4D97-AF65-F5344CB8AC3E}">
        <p14:creationId xmlns:p14="http://schemas.microsoft.com/office/powerpoint/2010/main" val="777926280"/>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01">
    <p:spTree>
      <p:nvGrpSpPr>
        <p:cNvPr id="1" name=""/>
        <p:cNvGrpSpPr/>
        <p:nvPr/>
      </p:nvGrpSpPr>
      <p:grpSpPr>
        <a:xfrm>
          <a:off x="0" y="0"/>
          <a:ext cx="0" cy="0"/>
          <a:chOff x="0" y="0"/>
          <a:chExt cx="0" cy="0"/>
        </a:xfrm>
      </p:grpSpPr>
      <p:sp>
        <p:nvSpPr>
          <p:cNvPr id="11" name="Title Placeholder 4">
            <a:extLst>
              <a:ext uri="{FF2B5EF4-FFF2-40B4-BE49-F238E27FC236}">
                <a16:creationId xmlns:a16="http://schemas.microsoft.com/office/drawing/2014/main" id="{05751864-B11A-0286-13EA-2AC2A2C8DD5D}"/>
              </a:ext>
            </a:extLst>
          </p:cNvPr>
          <p:cNvSpPr>
            <a:spLocks noGrp="1"/>
          </p:cNvSpPr>
          <p:nvPr>
            <p:ph type="title"/>
          </p:nvPr>
        </p:nvSpPr>
        <p:spPr>
          <a:xfrm>
            <a:off x="914400" y="731520"/>
            <a:ext cx="4663440" cy="1737360"/>
          </a:xfrm>
          <a:prstGeom prst="rect">
            <a:avLst/>
          </a:prstGeom>
        </p:spPr>
        <p:txBody>
          <a:bodyPr vert="horz" lIns="91440" tIns="45720" rIns="91440" bIns="45720" rtlCol="0"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3E7A93C-2947-B6E4-C693-7C485DDC0135}"/>
              </a:ext>
            </a:extLst>
          </p:cNvPr>
          <p:cNvSpPr>
            <a:spLocks noGrp="1"/>
          </p:cNvSpPr>
          <p:nvPr>
            <p:ph idx="1"/>
          </p:nvPr>
        </p:nvSpPr>
        <p:spPr>
          <a:xfrm>
            <a:off x="5852160" y="731520"/>
            <a:ext cx="5486400" cy="173736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2">
            <a:extLst>
              <a:ext uri="{FF2B5EF4-FFF2-40B4-BE49-F238E27FC236}">
                <a16:creationId xmlns:a16="http://schemas.microsoft.com/office/drawing/2014/main" id="{E8A3F288-990F-014E-F099-1E3091477CA7}"/>
              </a:ext>
            </a:extLst>
          </p:cNvPr>
          <p:cNvSpPr>
            <a:spLocks noGrp="1"/>
          </p:cNvSpPr>
          <p:nvPr>
            <p:ph idx="30"/>
          </p:nvPr>
        </p:nvSpPr>
        <p:spPr>
          <a:xfrm>
            <a:off x="914400" y="2743200"/>
            <a:ext cx="8348472" cy="3374136"/>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reeform: Shape 5">
            <a:extLst>
              <a:ext uri="{FF2B5EF4-FFF2-40B4-BE49-F238E27FC236}">
                <a16:creationId xmlns:a16="http://schemas.microsoft.com/office/drawing/2014/main" id="{3F619E6B-153E-B522-47EB-4104C405736C}"/>
              </a:ext>
            </a:extLst>
          </p:cNvPr>
          <p:cNvSpPr/>
          <p:nvPr userDrawn="1"/>
        </p:nvSpPr>
        <p:spPr>
          <a:xfrm>
            <a:off x="10551278" y="4665388"/>
            <a:ext cx="603952" cy="68174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Freeform 11">
            <a:extLst>
              <a:ext uri="{FF2B5EF4-FFF2-40B4-BE49-F238E27FC236}">
                <a16:creationId xmlns:a16="http://schemas.microsoft.com/office/drawing/2014/main" id="{687A7B3D-E004-6D6A-5979-8F1BADBC9237}"/>
              </a:ext>
            </a:extLst>
          </p:cNvPr>
          <p:cNvSpPr/>
          <p:nvPr userDrawn="1"/>
        </p:nvSpPr>
        <p:spPr>
          <a:xfrm>
            <a:off x="10524774" y="5146146"/>
            <a:ext cx="1667226" cy="1711855"/>
          </a:xfrm>
          <a:custGeom>
            <a:avLst/>
            <a:gdLst>
              <a:gd name="connsiteX0" fmla="*/ 998834 w 1667226"/>
              <a:gd name="connsiteY0" fmla="*/ 0 h 1711855"/>
              <a:gd name="connsiteX1" fmla="*/ 1667226 w 1667226"/>
              <a:gd name="connsiteY1" fmla="*/ 373790 h 1711855"/>
              <a:gd name="connsiteX2" fmla="*/ 1667226 w 1667226"/>
              <a:gd name="connsiteY2" fmla="*/ 1711855 h 1711855"/>
              <a:gd name="connsiteX3" fmla="*/ 48502 w 1667226"/>
              <a:gd name="connsiteY3" fmla="*/ 1711855 h 1711855"/>
              <a:gd name="connsiteX4" fmla="*/ 0 w 1667226"/>
              <a:gd name="connsiteY4" fmla="*/ 1684915 h 1711855"/>
              <a:gd name="connsiteX5" fmla="*/ 0 w 1667226"/>
              <a:gd name="connsiteY5" fmla="*/ 564300 h 1711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67226" h="1711855">
                <a:moveTo>
                  <a:pt x="998834" y="0"/>
                </a:moveTo>
                <a:lnTo>
                  <a:pt x="1667226" y="373790"/>
                </a:lnTo>
                <a:lnTo>
                  <a:pt x="1667226" y="1711855"/>
                </a:lnTo>
                <a:lnTo>
                  <a:pt x="48502" y="1711855"/>
                </a:lnTo>
                <a:lnTo>
                  <a:pt x="0" y="1684915"/>
                </a:lnTo>
                <a:lnTo>
                  <a:pt x="0" y="564300"/>
                </a:ln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1">
            <a:extLst>
              <a:ext uri="{FF2B5EF4-FFF2-40B4-BE49-F238E27FC236}">
                <a16:creationId xmlns:a16="http://schemas.microsoft.com/office/drawing/2014/main" id="{A4CA3A93-BDBF-112D-54A0-05BF6B06BCC1}"/>
              </a:ext>
            </a:extLst>
          </p:cNvPr>
          <p:cNvSpPr/>
          <p:nvPr userDrawn="1"/>
        </p:nvSpPr>
        <p:spPr>
          <a:xfrm>
            <a:off x="10177285" y="5347130"/>
            <a:ext cx="748554" cy="85636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2" name="Footer Placeholder 1">
            <a:extLst>
              <a:ext uri="{FF2B5EF4-FFF2-40B4-BE49-F238E27FC236}">
                <a16:creationId xmlns:a16="http://schemas.microsoft.com/office/drawing/2014/main" id="{5F7A154B-D8F5-C1FB-307D-496380875BD1}"/>
              </a:ext>
            </a:extLst>
          </p:cNvPr>
          <p:cNvSpPr>
            <a:spLocks noGrp="1"/>
          </p:cNvSpPr>
          <p:nvPr>
            <p:ph type="ftr" sz="quarter" idx="28"/>
          </p:nvPr>
        </p:nvSpPr>
        <p:spPr/>
        <p:txBody>
          <a:bodyPr>
            <a:noAutofit/>
          </a:bodyPr>
          <a:lstStyle/>
          <a:p>
            <a:endParaRPr lang="en-US" noProof="0" dirty="0"/>
          </a:p>
        </p:txBody>
      </p:sp>
      <p:sp>
        <p:nvSpPr>
          <p:cNvPr id="5" name="Slide Number Placeholder 4">
            <a:extLst>
              <a:ext uri="{FF2B5EF4-FFF2-40B4-BE49-F238E27FC236}">
                <a16:creationId xmlns:a16="http://schemas.microsoft.com/office/drawing/2014/main" id="{D728715E-D2CE-A33E-1A28-4E627F239BBE}"/>
              </a:ext>
            </a:extLst>
          </p:cNvPr>
          <p:cNvSpPr>
            <a:spLocks noGrp="1"/>
          </p:cNvSpPr>
          <p:nvPr>
            <p:ph type="sldNum" sz="quarter" idx="29"/>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21212563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with image">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0C1D3CF-F6AF-93EB-C40E-C278E58442C0}"/>
              </a:ext>
            </a:extLst>
          </p:cNvPr>
          <p:cNvSpPr>
            <a:spLocks noGrp="1"/>
          </p:cNvSpPr>
          <p:nvPr>
            <p:ph type="title"/>
          </p:nvPr>
        </p:nvSpPr>
        <p:spPr>
          <a:xfrm>
            <a:off x="914400" y="731520"/>
            <a:ext cx="3931920" cy="2103120"/>
          </a:xfrm>
        </p:spPr>
        <p:txBody>
          <a:bodyPr anchor="b">
            <a:normAutofit/>
          </a:bodyPr>
          <a:lstStyle>
            <a:lvl1pPr>
              <a:defRPr sz="3600"/>
            </a:lvl1pPr>
          </a:lstStyle>
          <a:p>
            <a:r>
              <a:rPr lang="en-US"/>
              <a:t>Click to edit Master title style</a:t>
            </a:r>
            <a:endParaRPr lang="en-US" dirty="0"/>
          </a:p>
        </p:txBody>
      </p:sp>
      <p:sp>
        <p:nvSpPr>
          <p:cNvPr id="9" name="Content Placeholder 2">
            <a:extLst>
              <a:ext uri="{FF2B5EF4-FFF2-40B4-BE49-F238E27FC236}">
                <a16:creationId xmlns:a16="http://schemas.microsoft.com/office/drawing/2014/main" id="{2317990C-ED42-30BE-0501-F9C5B4A48B73}"/>
              </a:ext>
            </a:extLst>
          </p:cNvPr>
          <p:cNvSpPr>
            <a:spLocks noGrp="1"/>
          </p:cNvSpPr>
          <p:nvPr>
            <p:ph idx="1"/>
          </p:nvPr>
        </p:nvSpPr>
        <p:spPr>
          <a:xfrm>
            <a:off x="914400" y="3108960"/>
            <a:ext cx="3931920" cy="265176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Picture Placeholder 7">
            <a:extLst>
              <a:ext uri="{FF2B5EF4-FFF2-40B4-BE49-F238E27FC236}">
                <a16:creationId xmlns:a16="http://schemas.microsoft.com/office/drawing/2014/main" id="{4AC62875-1B1B-E814-6549-162A8DBF8929}"/>
              </a:ext>
            </a:extLst>
          </p:cNvPr>
          <p:cNvSpPr>
            <a:spLocks noGrp="1"/>
          </p:cNvSpPr>
          <p:nvPr>
            <p:ph type="pic" sz="quarter" idx="54"/>
          </p:nvPr>
        </p:nvSpPr>
        <p:spPr>
          <a:xfrm>
            <a:off x="5745002" y="0"/>
            <a:ext cx="6446999" cy="6858000"/>
          </a:xfrm>
          <a:custGeom>
            <a:avLst/>
            <a:gdLst>
              <a:gd name="connsiteX0" fmla="*/ 2513726 w 6446999"/>
              <a:gd name="connsiteY0" fmla="*/ 0 h 6858000"/>
              <a:gd name="connsiteX1" fmla="*/ 4301949 w 6446999"/>
              <a:gd name="connsiteY1" fmla="*/ 0 h 6858000"/>
              <a:gd name="connsiteX2" fmla="*/ 6446999 w 6446999"/>
              <a:gd name="connsiteY2" fmla="*/ 1338386 h 6858000"/>
              <a:gd name="connsiteX3" fmla="*/ 6446999 w 6446999"/>
              <a:gd name="connsiteY3" fmla="*/ 5624376 h 6858000"/>
              <a:gd name="connsiteX4" fmla="*/ 4342124 w 6446999"/>
              <a:gd name="connsiteY4" fmla="*/ 6858000 h 6858000"/>
              <a:gd name="connsiteX5" fmla="*/ 2553921 w 6446999"/>
              <a:gd name="connsiteY5" fmla="*/ 6858000 h 6858000"/>
              <a:gd name="connsiteX6" fmla="*/ 661 w 6446999"/>
              <a:gd name="connsiteY6" fmla="*/ 5339864 h 6858000"/>
              <a:gd name="connsiteX7" fmla="*/ 299 w 6446999"/>
              <a:gd name="connsiteY7" fmla="*/ 139604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46999" h="6858000">
                <a:moveTo>
                  <a:pt x="2513726" y="0"/>
                </a:moveTo>
                <a:lnTo>
                  <a:pt x="4301949" y="0"/>
                </a:lnTo>
                <a:lnTo>
                  <a:pt x="6446999" y="1338386"/>
                </a:lnTo>
                <a:lnTo>
                  <a:pt x="6446999" y="5624376"/>
                </a:lnTo>
                <a:lnTo>
                  <a:pt x="4342124" y="6858000"/>
                </a:lnTo>
                <a:lnTo>
                  <a:pt x="2553921" y="6858000"/>
                </a:lnTo>
                <a:lnTo>
                  <a:pt x="661" y="5339864"/>
                </a:lnTo>
                <a:cubicBezTo>
                  <a:pt x="-1473" y="4048155"/>
                  <a:pt x="2433" y="2687753"/>
                  <a:pt x="299" y="1396044"/>
                </a:cubicBezTo>
                <a:close/>
              </a:path>
            </a:pathLst>
          </a:custGeom>
        </p:spPr>
        <p:txBody>
          <a:bodyPr wrap="square" anchor="ctr">
            <a:noAutofit/>
          </a:bodyPr>
          <a:lstStyle>
            <a:lvl1pPr marL="0" indent="0">
              <a:buNone/>
              <a:defRPr sz="1600"/>
            </a:lvl1pPr>
          </a:lstStyle>
          <a:p>
            <a:r>
              <a:rPr lang="en-US"/>
              <a:t>Click icon to add picture</a:t>
            </a:r>
            <a:endParaRPr lang="en-US" dirty="0"/>
          </a:p>
        </p:txBody>
      </p:sp>
      <p:sp>
        <p:nvSpPr>
          <p:cNvPr id="5" name="Footer Placeholder 4">
            <a:extLst>
              <a:ext uri="{FF2B5EF4-FFF2-40B4-BE49-F238E27FC236}">
                <a16:creationId xmlns:a16="http://schemas.microsoft.com/office/drawing/2014/main" id="{41F6C45B-70BB-86F1-1866-F93BEC26ACF8}"/>
              </a:ext>
            </a:extLst>
          </p:cNvPr>
          <p:cNvSpPr>
            <a:spLocks noGrp="1"/>
          </p:cNvSpPr>
          <p:nvPr>
            <p:ph type="ftr" sz="quarter" idx="52"/>
          </p:nvPr>
        </p:nvSpPr>
        <p:spPr/>
        <p:txBody>
          <a:bodyPr>
            <a:noAutofit/>
          </a:bodyPr>
          <a:lstStyle/>
          <a:p>
            <a:endParaRPr lang="en-US" noProof="0" dirty="0"/>
          </a:p>
        </p:txBody>
      </p:sp>
      <p:sp>
        <p:nvSpPr>
          <p:cNvPr id="7" name="Slide Number Placeholder 6">
            <a:extLst>
              <a:ext uri="{FF2B5EF4-FFF2-40B4-BE49-F238E27FC236}">
                <a16:creationId xmlns:a16="http://schemas.microsoft.com/office/drawing/2014/main" id="{0870044D-485D-043B-9D5B-C01AA8E06447}"/>
              </a:ext>
            </a:extLst>
          </p:cNvPr>
          <p:cNvSpPr>
            <a:spLocks noGrp="1"/>
          </p:cNvSpPr>
          <p:nvPr>
            <p:ph type="sldNum" sz="quarter" idx="53"/>
          </p:nvPr>
        </p:nvSpPr>
        <p:spPr/>
        <p:txBody>
          <a:bodyPr>
            <a:noAutofit/>
          </a:bodyPr>
          <a:lstStyle/>
          <a:p>
            <a:fld id="{47FEACEE-25B4-4A2D-B147-27296E36371D}" type="slidenum">
              <a:rPr lang="en-US" altLang="zh-CN" noProof="0" smtClean="0"/>
              <a:pPr/>
              <a:t>‹#›</a:t>
            </a:fld>
            <a:endParaRPr lang="en-US" altLang="zh-CN" noProof="0" dirty="0"/>
          </a:p>
        </p:txBody>
      </p:sp>
      <p:sp>
        <p:nvSpPr>
          <p:cNvPr id="2" name="Freeform: Shape 1">
            <a:extLst>
              <a:ext uri="{FF2B5EF4-FFF2-40B4-BE49-F238E27FC236}">
                <a16:creationId xmlns:a16="http://schemas.microsoft.com/office/drawing/2014/main" id="{D91FB993-29E1-3DBD-8335-7970016F8DE7}"/>
              </a:ext>
              <a:ext uri="{C183D7F6-B498-43B3-948B-1728B52AA6E4}">
                <adec:decorative xmlns:adec="http://schemas.microsoft.com/office/drawing/2017/decorative" val="1"/>
              </a:ext>
            </a:extLst>
          </p:cNvPr>
          <p:cNvSpPr/>
          <p:nvPr userDrawn="1"/>
        </p:nvSpPr>
        <p:spPr>
          <a:xfrm>
            <a:off x="5203802" y="480395"/>
            <a:ext cx="1896941" cy="217161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noFill/>
          <a:ln w="19050" cap="flat" cmpd="sng" algn="ctr">
            <a:solidFill>
              <a:srgbClr val="C95B3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dirty="0">
              <a:ln>
                <a:noFill/>
              </a:ln>
              <a:solidFill>
                <a:srgbClr val="F7D952"/>
              </a:solidFill>
              <a:effectLst/>
              <a:uLnTx/>
              <a:uFillTx/>
              <a:latin typeface="Posterama Text SemiBold"/>
              <a:ea typeface="+mn-ea"/>
              <a:cs typeface="+mn-cs"/>
            </a:endParaRPr>
          </a:p>
        </p:txBody>
      </p:sp>
    </p:spTree>
    <p:extLst>
      <p:ext uri="{BB962C8B-B14F-4D97-AF65-F5344CB8AC3E}">
        <p14:creationId xmlns:p14="http://schemas.microsoft.com/office/powerpoint/2010/main" val="41612598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02">
    <p:spTree>
      <p:nvGrpSpPr>
        <p:cNvPr id="1" name=""/>
        <p:cNvGrpSpPr/>
        <p:nvPr/>
      </p:nvGrpSpPr>
      <p:grpSpPr>
        <a:xfrm>
          <a:off x="0" y="0"/>
          <a:ext cx="0" cy="0"/>
          <a:chOff x="0" y="0"/>
          <a:chExt cx="0" cy="0"/>
        </a:xfrm>
      </p:grpSpPr>
      <p:sp>
        <p:nvSpPr>
          <p:cNvPr id="4" name="Rectangle 13">
            <a:extLst>
              <a:ext uri="{FF2B5EF4-FFF2-40B4-BE49-F238E27FC236}">
                <a16:creationId xmlns:a16="http://schemas.microsoft.com/office/drawing/2014/main" id="{12BFFCE7-C68B-4904-8795-9589C3F38FD4}"/>
              </a:ext>
            </a:extLst>
          </p:cNvPr>
          <p:cNvSpPr/>
          <p:nvPr userDrawn="1"/>
        </p:nvSpPr>
        <p:spPr>
          <a:xfrm>
            <a:off x="636161" y="5854024"/>
            <a:ext cx="2330137" cy="708120"/>
          </a:xfrm>
          <a:prstGeom prst="rect">
            <a:avLst/>
          </a:prstGeom>
          <a:solidFill>
            <a:srgbClr val="0F26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2" name="Freeform: Shape 19">
            <a:extLst>
              <a:ext uri="{FF2B5EF4-FFF2-40B4-BE49-F238E27FC236}">
                <a16:creationId xmlns:a16="http://schemas.microsoft.com/office/drawing/2014/main" id="{9D307BA6-8A60-85D7-CC8B-894256DC4B90}"/>
              </a:ext>
            </a:extLst>
          </p:cNvPr>
          <p:cNvSpPr/>
          <p:nvPr userDrawn="1"/>
        </p:nvSpPr>
        <p:spPr>
          <a:xfrm>
            <a:off x="8517470" y="2248218"/>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7" name="Freeform: Shape 19">
            <a:extLst>
              <a:ext uri="{FF2B5EF4-FFF2-40B4-BE49-F238E27FC236}">
                <a16:creationId xmlns:a16="http://schemas.microsoft.com/office/drawing/2014/main" id="{F38B75F8-75D4-4B41-B7C7-433032DD0A6F}"/>
              </a:ext>
            </a:extLst>
          </p:cNvPr>
          <p:cNvSpPr/>
          <p:nvPr userDrawn="1"/>
        </p:nvSpPr>
        <p:spPr>
          <a:xfrm>
            <a:off x="9578882" y="460803"/>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8" name="Freeform: Shape 24">
            <a:extLst>
              <a:ext uri="{FF2B5EF4-FFF2-40B4-BE49-F238E27FC236}">
                <a16:creationId xmlns:a16="http://schemas.microsoft.com/office/drawing/2014/main" id="{671D1224-EDDC-4900-92DC-13608D44C524}"/>
              </a:ext>
            </a:extLst>
          </p:cNvPr>
          <p:cNvSpPr/>
          <p:nvPr userDrawn="1"/>
        </p:nvSpPr>
        <p:spPr>
          <a:xfrm>
            <a:off x="9522496" y="4057904"/>
            <a:ext cx="1886359"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15" name="Freeform 14">
            <a:extLst>
              <a:ext uri="{FF2B5EF4-FFF2-40B4-BE49-F238E27FC236}">
                <a16:creationId xmlns:a16="http://schemas.microsoft.com/office/drawing/2014/main" id="{635A9E44-4E60-1AD1-0B85-72422683B48A}"/>
              </a:ext>
            </a:extLst>
          </p:cNvPr>
          <p:cNvSpPr/>
          <p:nvPr userDrawn="1"/>
        </p:nvSpPr>
        <p:spPr>
          <a:xfrm>
            <a:off x="11034052" y="3709992"/>
            <a:ext cx="1173188" cy="1502830"/>
          </a:xfrm>
          <a:custGeom>
            <a:avLst/>
            <a:gdLst>
              <a:gd name="connsiteX0" fmla="*/ 638572 w 1157948"/>
              <a:gd name="connsiteY0" fmla="*/ 0 h 1502830"/>
              <a:gd name="connsiteX1" fmla="*/ 0 w 1157948"/>
              <a:gd name="connsiteY1" fmla="*/ 378385 h 1502830"/>
              <a:gd name="connsiteX2" fmla="*/ 0 w 1157948"/>
              <a:gd name="connsiteY2" fmla="*/ 1129800 h 1502830"/>
              <a:gd name="connsiteX3" fmla="*/ 640317 w 1157948"/>
              <a:gd name="connsiteY3" fmla="*/ 1502830 h 1502830"/>
              <a:gd name="connsiteX4" fmla="*/ 1157948 w 1157948"/>
              <a:gd name="connsiteY4" fmla="*/ 1200968 h 1502830"/>
              <a:gd name="connsiteX5" fmla="*/ 1157948 w 1157948"/>
              <a:gd name="connsiteY5" fmla="*/ 304639 h 1502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7948" h="1502830">
                <a:moveTo>
                  <a:pt x="638572" y="0"/>
                </a:moveTo>
                <a:lnTo>
                  <a:pt x="0" y="378385"/>
                </a:lnTo>
                <a:lnTo>
                  <a:pt x="0" y="1129800"/>
                </a:lnTo>
                <a:lnTo>
                  <a:pt x="640317" y="1502830"/>
                </a:lnTo>
                <a:lnTo>
                  <a:pt x="1157948" y="1200968"/>
                </a:lnTo>
                <a:lnTo>
                  <a:pt x="1157948" y="304639"/>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7" name="Title 1">
            <a:extLst>
              <a:ext uri="{FF2B5EF4-FFF2-40B4-BE49-F238E27FC236}">
                <a16:creationId xmlns:a16="http://schemas.microsoft.com/office/drawing/2014/main" id="{D041C638-CBB8-1159-9AF8-B5D14CC7BE0F}"/>
              </a:ext>
            </a:extLst>
          </p:cNvPr>
          <p:cNvSpPr>
            <a:spLocks noGrp="1"/>
          </p:cNvSpPr>
          <p:nvPr>
            <p:ph type="title"/>
          </p:nvPr>
        </p:nvSpPr>
        <p:spPr>
          <a:xfrm>
            <a:off x="914400" y="1060704"/>
            <a:ext cx="7132320" cy="1773936"/>
          </a:xfrm>
        </p:spPr>
        <p:txBody>
          <a:bodyPr anchor="b">
            <a:normAutofit/>
          </a:bodyPr>
          <a:lstStyle>
            <a:lvl1pPr>
              <a:defRPr sz="3600"/>
            </a:lvl1pPr>
          </a:lstStyle>
          <a:p>
            <a:r>
              <a:rPr lang="en-US" noProof="0"/>
              <a:t>Click to edit Master title style</a:t>
            </a:r>
            <a:endParaRPr lang="en-US" noProof="0" dirty="0"/>
          </a:p>
        </p:txBody>
      </p:sp>
      <p:sp>
        <p:nvSpPr>
          <p:cNvPr id="3" name="Content Placeholder 2">
            <a:extLst>
              <a:ext uri="{FF2B5EF4-FFF2-40B4-BE49-F238E27FC236}">
                <a16:creationId xmlns:a16="http://schemas.microsoft.com/office/drawing/2014/main" id="{E3E34C76-4814-6AFA-CEFD-F82B9ED9BB1D}"/>
              </a:ext>
            </a:extLst>
          </p:cNvPr>
          <p:cNvSpPr>
            <a:spLocks noGrp="1"/>
          </p:cNvSpPr>
          <p:nvPr>
            <p:ph idx="1"/>
          </p:nvPr>
        </p:nvSpPr>
        <p:spPr>
          <a:xfrm>
            <a:off x="914400" y="3108960"/>
            <a:ext cx="3291840" cy="2651760"/>
          </a:xfrm>
        </p:spPr>
        <p:txBody>
          <a:bodyPr/>
          <a:lstStyle>
            <a:lvl1pPr marL="0" indent="0">
              <a:buNone/>
              <a:defRPr sz="1800"/>
            </a:lvl1pPr>
            <a:lvl2pPr marL="347472">
              <a:defRPr sz="1800"/>
            </a:lvl2pPr>
            <a:lvl3pPr marL="731520">
              <a:defRPr sz="1800"/>
            </a:lvl3pPr>
            <a:lvl4pPr marL="1097280">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Content Placeholder 2">
            <a:extLst>
              <a:ext uri="{FF2B5EF4-FFF2-40B4-BE49-F238E27FC236}">
                <a16:creationId xmlns:a16="http://schemas.microsoft.com/office/drawing/2014/main" id="{D42F254A-B4C7-D072-FEB9-22F9A2B0CA64}"/>
              </a:ext>
            </a:extLst>
          </p:cNvPr>
          <p:cNvSpPr>
            <a:spLocks noGrp="1"/>
          </p:cNvSpPr>
          <p:nvPr>
            <p:ph idx="56"/>
          </p:nvPr>
        </p:nvSpPr>
        <p:spPr>
          <a:xfrm>
            <a:off x="4754880" y="3108960"/>
            <a:ext cx="3291840" cy="2651760"/>
          </a:xfrm>
        </p:spPr>
        <p:txBody>
          <a:bodyPr/>
          <a:lstStyle>
            <a:lvl1pPr marL="0" indent="0">
              <a:buNone/>
              <a:defRPr sz="1800"/>
            </a:lvl1pPr>
            <a:lvl2pPr marL="347472">
              <a:defRPr sz="1800"/>
            </a:lvl2pPr>
            <a:lvl3pPr marL="731520">
              <a:defRPr sz="1800"/>
            </a:lvl3pPr>
            <a:lvl4pPr marL="1097280">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Footer Placeholder 8">
            <a:extLst>
              <a:ext uri="{FF2B5EF4-FFF2-40B4-BE49-F238E27FC236}">
                <a16:creationId xmlns:a16="http://schemas.microsoft.com/office/drawing/2014/main" id="{85DBF4DF-D0B4-1DA6-0271-5D4033A9C19C}"/>
              </a:ext>
            </a:extLst>
          </p:cNvPr>
          <p:cNvSpPr>
            <a:spLocks noGrp="1"/>
          </p:cNvSpPr>
          <p:nvPr>
            <p:ph type="ftr" sz="quarter" idx="57"/>
          </p:nvPr>
        </p:nvSpPr>
        <p:spPr/>
        <p:txBody>
          <a:bodyPr/>
          <a:lstStyle/>
          <a:p>
            <a:endParaRPr lang="en-US" noProof="0" dirty="0"/>
          </a:p>
        </p:txBody>
      </p:sp>
      <p:sp>
        <p:nvSpPr>
          <p:cNvPr id="6" name="Slide Number Placeholder 5">
            <a:extLst>
              <a:ext uri="{FF2B5EF4-FFF2-40B4-BE49-F238E27FC236}">
                <a16:creationId xmlns:a16="http://schemas.microsoft.com/office/drawing/2014/main" id="{F507335A-F59E-2A6C-D2D6-F10391DA8D69}"/>
              </a:ext>
            </a:extLst>
          </p:cNvPr>
          <p:cNvSpPr>
            <a:spLocks noGrp="1"/>
          </p:cNvSpPr>
          <p:nvPr>
            <p:ph type="sldNum" sz="quarter" idx="55"/>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36136463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8" name="Title Placeholder 4">
            <a:extLst>
              <a:ext uri="{FF2B5EF4-FFF2-40B4-BE49-F238E27FC236}">
                <a16:creationId xmlns:a16="http://schemas.microsoft.com/office/drawing/2014/main" id="{F73BF8E3-2426-5D65-6582-D4B03C765A5D}"/>
              </a:ext>
            </a:extLst>
          </p:cNvPr>
          <p:cNvSpPr>
            <a:spLocks noGrp="1"/>
          </p:cNvSpPr>
          <p:nvPr>
            <p:ph type="title"/>
          </p:nvPr>
        </p:nvSpPr>
        <p:spPr>
          <a:xfrm>
            <a:off x="6710510" y="2016579"/>
            <a:ext cx="4441188" cy="277585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2" name="Content placeholder 47">
            <a:extLst>
              <a:ext uri="{FF2B5EF4-FFF2-40B4-BE49-F238E27FC236}">
                <a16:creationId xmlns:a16="http://schemas.microsoft.com/office/drawing/2014/main" id="{117BCD91-6BBA-AACD-3424-C3A4E5C1AB1D}"/>
              </a:ext>
            </a:extLst>
          </p:cNvPr>
          <p:cNvSpPr>
            <a:spLocks noGrp="1" noChangeAspect="1"/>
          </p:cNvSpPr>
          <p:nvPr>
            <p:ph type="pic" sz="quarter" idx="48"/>
          </p:nvPr>
        </p:nvSpPr>
        <p:spPr>
          <a:xfrm>
            <a:off x="914400" y="539496"/>
            <a:ext cx="5025207" cy="577900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a:t>Click icon to add picture</a:t>
            </a:r>
            <a:endParaRPr lang="en-US" altLang="zh-CN" noProof="0" dirty="0"/>
          </a:p>
        </p:txBody>
      </p:sp>
      <p:pic>
        <p:nvPicPr>
          <p:cNvPr id="7" name="Shape 33">
            <a:extLst>
              <a:ext uri="{FF2B5EF4-FFF2-40B4-BE49-F238E27FC236}">
                <a16:creationId xmlns:a16="http://schemas.microsoft.com/office/drawing/2014/main" id="{78B6A20E-2402-E586-7E92-A2C0D0B854D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a:xfrm>
            <a:off x="352010" y="4038403"/>
            <a:ext cx="1438713" cy="1645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3" name="Freeform: Shape 11">
            <a:extLst>
              <a:ext uri="{FF2B5EF4-FFF2-40B4-BE49-F238E27FC236}">
                <a16:creationId xmlns:a16="http://schemas.microsoft.com/office/drawing/2014/main" id="{20E24AA2-A4D8-FFB3-C801-0E57990B8CB6}"/>
              </a:ext>
            </a:extLst>
          </p:cNvPr>
          <p:cNvSpPr/>
          <p:nvPr userDrawn="1"/>
        </p:nvSpPr>
        <p:spPr>
          <a:xfrm>
            <a:off x="1360235" y="5541405"/>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1">
              <a:lumMod val="60000"/>
              <a:lumOff val="4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9" name="Freeform: Shape 5">
            <a:extLst>
              <a:ext uri="{FF2B5EF4-FFF2-40B4-BE49-F238E27FC236}">
                <a16:creationId xmlns:a16="http://schemas.microsoft.com/office/drawing/2014/main" id="{1FEC53F3-5030-5BCF-54CA-ABB14457C073}"/>
              </a:ext>
            </a:extLst>
          </p:cNvPr>
          <p:cNvSpPr/>
          <p:nvPr userDrawn="1"/>
        </p:nvSpPr>
        <p:spPr>
          <a:xfrm>
            <a:off x="5429027" y="393334"/>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Tree>
    <p:extLst>
      <p:ext uri="{BB962C8B-B14F-4D97-AF65-F5344CB8AC3E}">
        <p14:creationId xmlns:p14="http://schemas.microsoft.com/office/powerpoint/2010/main" val="34077113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86721E85-C7DE-A05F-D33D-97CAF161E33A}"/>
              </a:ext>
            </a:extLst>
          </p:cNvPr>
          <p:cNvSpPr/>
          <p:nvPr userDrawn="1"/>
        </p:nvSpPr>
        <p:spPr>
          <a:xfrm>
            <a:off x="0" y="2860787"/>
            <a:ext cx="2004570" cy="3676532"/>
          </a:xfrm>
          <a:custGeom>
            <a:avLst/>
            <a:gdLst>
              <a:gd name="connsiteX0" fmla="*/ 417538 w 2004570"/>
              <a:gd name="connsiteY0" fmla="*/ 0 h 3676532"/>
              <a:gd name="connsiteX1" fmla="*/ 2004570 w 2004570"/>
              <a:gd name="connsiteY1" fmla="*/ 925683 h 3676532"/>
              <a:gd name="connsiteX2" fmla="*/ 2004570 w 2004570"/>
              <a:gd name="connsiteY2" fmla="*/ 2763949 h 3676532"/>
              <a:gd name="connsiteX3" fmla="*/ 413202 w 2004570"/>
              <a:gd name="connsiteY3" fmla="*/ 3676532 h 3676532"/>
              <a:gd name="connsiteX4" fmla="*/ 0 w 2004570"/>
              <a:gd name="connsiteY4" fmla="*/ 3439338 h 3676532"/>
              <a:gd name="connsiteX5" fmla="*/ 0 w 2004570"/>
              <a:gd name="connsiteY5" fmla="*/ 241075 h 367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04570" h="3676532">
                <a:moveTo>
                  <a:pt x="417538" y="0"/>
                </a:moveTo>
                <a:lnTo>
                  <a:pt x="2004570" y="925683"/>
                </a:lnTo>
                <a:lnTo>
                  <a:pt x="2004570" y="2763949"/>
                </a:lnTo>
                <a:lnTo>
                  <a:pt x="413202" y="3676532"/>
                </a:lnTo>
                <a:lnTo>
                  <a:pt x="0" y="3439338"/>
                </a:lnTo>
                <a:lnTo>
                  <a:pt x="0" y="241075"/>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2BA5A58B-9440-7DAB-E7D7-3143B049FBAC}"/>
              </a:ext>
            </a:extLst>
          </p:cNvPr>
          <p:cNvSpPr/>
          <p:nvPr userDrawn="1"/>
        </p:nvSpPr>
        <p:spPr>
          <a:xfrm flipH="1">
            <a:off x="657773" y="5253270"/>
            <a:ext cx="1710765" cy="1621875"/>
          </a:xfrm>
          <a:custGeom>
            <a:avLst/>
            <a:gdLst>
              <a:gd name="connsiteX0" fmla="*/ 852873 w 1710765"/>
              <a:gd name="connsiteY0" fmla="*/ 0 h 1593273"/>
              <a:gd name="connsiteX1" fmla="*/ 0 w 1710765"/>
              <a:gd name="connsiteY1" fmla="*/ 494134 h 1593273"/>
              <a:gd name="connsiteX2" fmla="*/ 0 w 1710765"/>
              <a:gd name="connsiteY2" fmla="*/ 1475410 h 1593273"/>
              <a:gd name="connsiteX3" fmla="*/ 206916 w 1710765"/>
              <a:gd name="connsiteY3" fmla="*/ 1593273 h 1593273"/>
              <a:gd name="connsiteX4" fmla="*/ 1502835 w 1710765"/>
              <a:gd name="connsiteY4" fmla="*/ 1593273 h 1593273"/>
              <a:gd name="connsiteX5" fmla="*/ 1709418 w 1710765"/>
              <a:gd name="connsiteY5" fmla="*/ 1475480 h 1593273"/>
              <a:gd name="connsiteX6" fmla="*/ 1710407 w 1710765"/>
              <a:gd name="connsiteY6" fmla="*/ 491803 h 1593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10765" h="1593273">
                <a:moveTo>
                  <a:pt x="852873" y="0"/>
                </a:moveTo>
                <a:lnTo>
                  <a:pt x="0" y="494134"/>
                </a:lnTo>
                <a:lnTo>
                  <a:pt x="0" y="1475410"/>
                </a:lnTo>
                <a:lnTo>
                  <a:pt x="206916" y="1593273"/>
                </a:lnTo>
                <a:lnTo>
                  <a:pt x="1502835" y="1593273"/>
                </a:lnTo>
                <a:lnTo>
                  <a:pt x="1709418" y="1475480"/>
                </a:lnTo>
                <a:cubicBezTo>
                  <a:pt x="1707864" y="1146834"/>
                  <a:pt x="1711961" y="820449"/>
                  <a:pt x="1710407" y="491803"/>
                </a:cubicBez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7" name="Freeform: Shape 24">
            <a:extLst>
              <a:ext uri="{FF2B5EF4-FFF2-40B4-BE49-F238E27FC236}">
                <a16:creationId xmlns:a16="http://schemas.microsoft.com/office/drawing/2014/main" id="{A23F9759-CF52-CE45-5E22-9678534685A7}"/>
              </a:ext>
            </a:extLst>
          </p:cNvPr>
          <p:cNvSpPr/>
          <p:nvPr userDrawn="1"/>
        </p:nvSpPr>
        <p:spPr>
          <a:xfrm flipH="1">
            <a:off x="2275432" y="4699053"/>
            <a:ext cx="668814" cy="784693"/>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Title 5">
            <a:extLst>
              <a:ext uri="{FF2B5EF4-FFF2-40B4-BE49-F238E27FC236}">
                <a16:creationId xmlns:a16="http://schemas.microsoft.com/office/drawing/2014/main" id="{5D84FCC1-368D-680C-31AA-597C3AAF4232}"/>
              </a:ext>
            </a:extLst>
          </p:cNvPr>
          <p:cNvSpPr>
            <a:spLocks noGrp="1"/>
          </p:cNvSpPr>
          <p:nvPr>
            <p:ph type="title"/>
          </p:nvPr>
        </p:nvSpPr>
        <p:spPr>
          <a:xfrm>
            <a:off x="3465576" y="1499616"/>
            <a:ext cx="7955280" cy="1335024"/>
          </a:xfrm>
        </p:spPr>
        <p:txBody>
          <a:bodyPr anchor="b">
            <a:normAutofit/>
          </a:bodyPr>
          <a:lstStyle>
            <a:lvl1pPr>
              <a:defRPr sz="3600"/>
            </a:lvl1pPr>
          </a:lstStyle>
          <a:p>
            <a:r>
              <a:rPr lang="en-US"/>
              <a:t>Click to edit Master title style</a:t>
            </a:r>
            <a:endParaRPr lang="en-US" dirty="0"/>
          </a:p>
        </p:txBody>
      </p:sp>
      <p:sp>
        <p:nvSpPr>
          <p:cNvPr id="4" name="Content Placeholder 2">
            <a:extLst>
              <a:ext uri="{FF2B5EF4-FFF2-40B4-BE49-F238E27FC236}">
                <a16:creationId xmlns:a16="http://schemas.microsoft.com/office/drawing/2014/main" id="{6FFF81D2-C0B4-3B82-8DF6-D10CC07C441C}"/>
              </a:ext>
            </a:extLst>
          </p:cNvPr>
          <p:cNvSpPr>
            <a:spLocks noGrp="1"/>
          </p:cNvSpPr>
          <p:nvPr>
            <p:ph idx="14"/>
          </p:nvPr>
        </p:nvSpPr>
        <p:spPr>
          <a:xfrm>
            <a:off x="3465576" y="3108960"/>
            <a:ext cx="4572000" cy="3108960"/>
          </a:xfrm>
        </p:spPr>
        <p:txBody>
          <a:bodyPr/>
          <a:lstStyle>
            <a:lvl1pPr marL="512064" indent="-512064">
              <a:buFont typeface="+mj-lt"/>
              <a:buAutoNum type="arabicPeriod"/>
              <a:defRPr sz="1800"/>
            </a:lvl1pPr>
            <a:lvl2pPr marL="1097280" indent="-512064">
              <a:buFont typeface="+mj-lt"/>
              <a:buAutoNum type="alphaLcPeriod"/>
              <a:defRPr sz="1800"/>
            </a:lvl2pPr>
            <a:lvl3pPr marL="1645920" indent="-512064">
              <a:buFont typeface="+mj-lt"/>
              <a:buAutoNum type="romanLcPeriod"/>
              <a:defRPr sz="1800"/>
            </a:lvl3pPr>
            <a:lvl4pPr marL="2194560" indent="-512064">
              <a:buFont typeface="+mj-lt"/>
              <a:buAutoNum type="arabicParen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2">
            <a:extLst>
              <a:ext uri="{FF2B5EF4-FFF2-40B4-BE49-F238E27FC236}">
                <a16:creationId xmlns:a16="http://schemas.microsoft.com/office/drawing/2014/main" id="{F190F721-56C7-251D-948D-117696095C32}"/>
              </a:ext>
            </a:extLst>
          </p:cNvPr>
          <p:cNvSpPr>
            <a:spLocks noGrp="1"/>
          </p:cNvSpPr>
          <p:nvPr>
            <p:ph idx="1"/>
          </p:nvPr>
        </p:nvSpPr>
        <p:spPr>
          <a:xfrm>
            <a:off x="8229600" y="3108960"/>
            <a:ext cx="3017520" cy="3108960"/>
          </a:xfrm>
        </p:spPr>
        <p:txBody>
          <a:bodyPr/>
          <a:lstStyle>
            <a:lvl1pPr marL="0" indent="0">
              <a:lnSpc>
                <a:spcPct val="100000"/>
              </a:lnSpc>
              <a:spcBef>
                <a:spcPts val="0"/>
              </a:spcBef>
              <a:spcAft>
                <a:spcPts val="600"/>
              </a:spcAft>
              <a:buNone/>
              <a:defRPr sz="1800"/>
            </a:lvl1pPr>
            <a:lvl2pPr>
              <a:lnSpc>
                <a:spcPct val="100000"/>
              </a:lnSpc>
              <a:spcBef>
                <a:spcPts val="0"/>
              </a:spcBef>
              <a:spcAft>
                <a:spcPts val="600"/>
              </a:spcAft>
              <a:defRPr sz="1800"/>
            </a:lvl2pPr>
            <a:lvl3pPr>
              <a:lnSpc>
                <a:spcPct val="100000"/>
              </a:lnSpc>
              <a:spcBef>
                <a:spcPts val="0"/>
              </a:spcBef>
              <a:spcAft>
                <a:spcPts val="600"/>
              </a:spcAft>
              <a:defRPr sz="1800"/>
            </a:lvl3pPr>
            <a:lvl4pPr>
              <a:lnSpc>
                <a:spcPct val="100000"/>
              </a:lnSpc>
              <a:spcBef>
                <a:spcPts val="0"/>
              </a:spcBef>
              <a:spcAft>
                <a:spcPts val="600"/>
              </a:spcAft>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Footer Placeholder 7">
            <a:extLst>
              <a:ext uri="{FF2B5EF4-FFF2-40B4-BE49-F238E27FC236}">
                <a16:creationId xmlns:a16="http://schemas.microsoft.com/office/drawing/2014/main" id="{6C94E8A0-C02C-2322-50C1-50080A793F84}"/>
              </a:ext>
            </a:extLst>
          </p:cNvPr>
          <p:cNvSpPr>
            <a:spLocks noGrp="1"/>
          </p:cNvSpPr>
          <p:nvPr>
            <p:ph type="ftr" sz="quarter" idx="41"/>
          </p:nvPr>
        </p:nvSpPr>
        <p:spPr>
          <a:xfrm>
            <a:off x="3465576" y="6217920"/>
            <a:ext cx="4114800" cy="365125"/>
          </a:xfrm>
        </p:spPr>
        <p:txBody>
          <a:bodyPr/>
          <a:lstStyle/>
          <a:p>
            <a:endParaRPr lang="en-US" noProof="0" dirty="0"/>
          </a:p>
        </p:txBody>
      </p:sp>
      <p:sp>
        <p:nvSpPr>
          <p:cNvPr id="5" name="Slide Number Placeholder 4">
            <a:extLst>
              <a:ext uri="{FF2B5EF4-FFF2-40B4-BE49-F238E27FC236}">
                <a16:creationId xmlns:a16="http://schemas.microsoft.com/office/drawing/2014/main" id="{2446A453-65E1-B688-A3F9-EA0AA347DDEA}"/>
              </a:ext>
            </a:extLst>
          </p:cNvPr>
          <p:cNvSpPr>
            <a:spLocks noGrp="1"/>
          </p:cNvSpPr>
          <p:nvPr>
            <p:ph type="sldNum" sz="quarter" idx="40"/>
          </p:nvPr>
        </p:nvSpPr>
        <p:spPr/>
        <p:txBody>
          <a:bodyPr>
            <a:noAutofit/>
          </a:bodyPr>
          <a:lstStyle/>
          <a:p>
            <a:fld id="{47FEACEE-25B4-4A2D-B147-27296E36371D}" type="slidenum">
              <a:rPr lang="en-US" altLang="zh-CN" noProof="0" smtClean="0"/>
              <a:pPr/>
              <a:t>‹#›</a:t>
            </a:fld>
            <a:endParaRPr lang="en-US" altLang="zh-CN" noProof="0" dirty="0"/>
          </a:p>
        </p:txBody>
      </p:sp>
      <p:sp>
        <p:nvSpPr>
          <p:cNvPr id="2" name="Freeform: Shape 12">
            <a:extLst>
              <a:ext uri="{FF2B5EF4-FFF2-40B4-BE49-F238E27FC236}">
                <a16:creationId xmlns:a16="http://schemas.microsoft.com/office/drawing/2014/main" id="{0750FD92-E143-4402-D455-30DC417CBDBE}"/>
              </a:ext>
            </a:extLst>
          </p:cNvPr>
          <p:cNvSpPr/>
          <p:nvPr userDrawn="1"/>
        </p:nvSpPr>
        <p:spPr>
          <a:xfrm>
            <a:off x="1198465" y="958947"/>
            <a:ext cx="1544735" cy="174369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29" name="Freeform 28">
            <a:extLst>
              <a:ext uri="{FF2B5EF4-FFF2-40B4-BE49-F238E27FC236}">
                <a16:creationId xmlns:a16="http://schemas.microsoft.com/office/drawing/2014/main" id="{6B13E9E2-D67B-E75B-D60D-CE3782A4FC67}"/>
              </a:ext>
            </a:extLst>
          </p:cNvPr>
          <p:cNvSpPr/>
          <p:nvPr userDrawn="1"/>
        </p:nvSpPr>
        <p:spPr>
          <a:xfrm>
            <a:off x="326738" y="0"/>
            <a:ext cx="1544359" cy="1254845"/>
          </a:xfrm>
          <a:custGeom>
            <a:avLst/>
            <a:gdLst>
              <a:gd name="connsiteX0" fmla="*/ 0 w 1544359"/>
              <a:gd name="connsiteY0" fmla="*/ 0 h 1254845"/>
              <a:gd name="connsiteX1" fmla="*/ 1544359 w 1544359"/>
              <a:gd name="connsiteY1" fmla="*/ 0 h 1254845"/>
              <a:gd name="connsiteX2" fmla="*/ 1543519 w 1544359"/>
              <a:gd name="connsiteY2" fmla="*/ 822090 h 1254845"/>
              <a:gd name="connsiteX3" fmla="*/ 772206 w 1544359"/>
              <a:gd name="connsiteY3" fmla="*/ 1254845 h 1254845"/>
              <a:gd name="connsiteX4" fmla="*/ 0 w 1544359"/>
              <a:gd name="connsiteY4" fmla="*/ 822027 h 1254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4359" h="1254845">
                <a:moveTo>
                  <a:pt x="0" y="0"/>
                </a:moveTo>
                <a:lnTo>
                  <a:pt x="1544359" y="0"/>
                </a:lnTo>
                <a:lnTo>
                  <a:pt x="1543519" y="822090"/>
                </a:lnTo>
                <a:lnTo>
                  <a:pt x="772206" y="1254845"/>
                </a:lnTo>
                <a:lnTo>
                  <a:pt x="0" y="822027"/>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26621137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04">
    <p:spTree>
      <p:nvGrpSpPr>
        <p:cNvPr id="1" name=""/>
        <p:cNvGrpSpPr/>
        <p:nvPr/>
      </p:nvGrpSpPr>
      <p:grpSpPr>
        <a:xfrm>
          <a:off x="0" y="0"/>
          <a:ext cx="0" cy="0"/>
          <a:chOff x="0" y="0"/>
          <a:chExt cx="0" cy="0"/>
        </a:xfrm>
      </p:grpSpPr>
      <p:sp>
        <p:nvSpPr>
          <p:cNvPr id="47" name="Freeform 46">
            <a:extLst>
              <a:ext uri="{FF2B5EF4-FFF2-40B4-BE49-F238E27FC236}">
                <a16:creationId xmlns:a16="http://schemas.microsoft.com/office/drawing/2014/main" id="{39B50CEE-D9F9-B5CD-C274-BEAA5EAB37E3}"/>
              </a:ext>
            </a:extLst>
          </p:cNvPr>
          <p:cNvSpPr/>
          <p:nvPr userDrawn="1"/>
        </p:nvSpPr>
        <p:spPr>
          <a:xfrm>
            <a:off x="410352" y="12435"/>
            <a:ext cx="1455521" cy="1019127"/>
          </a:xfrm>
          <a:custGeom>
            <a:avLst/>
            <a:gdLst>
              <a:gd name="connsiteX0" fmla="*/ 219223 w 1455521"/>
              <a:gd name="connsiteY0" fmla="*/ 0 h 1019127"/>
              <a:gd name="connsiteX1" fmla="*/ 1236298 w 1455521"/>
              <a:gd name="connsiteY1" fmla="*/ 0 h 1019127"/>
              <a:gd name="connsiteX2" fmla="*/ 1455521 w 1455521"/>
              <a:gd name="connsiteY2" fmla="*/ 385779 h 1019127"/>
              <a:gd name="connsiteX3" fmla="*/ 1095615 w 1455521"/>
              <a:gd name="connsiteY3" fmla="*/ 1019127 h 1019127"/>
              <a:gd name="connsiteX4" fmla="*/ 359906 w 1455521"/>
              <a:gd name="connsiteY4" fmla="*/ 1019127 h 1019127"/>
              <a:gd name="connsiteX5" fmla="*/ 0 w 1455521"/>
              <a:gd name="connsiteY5" fmla="*/ 385779 h 101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1019127">
                <a:moveTo>
                  <a:pt x="219223" y="0"/>
                </a:moveTo>
                <a:lnTo>
                  <a:pt x="1236298" y="0"/>
                </a:lnTo>
                <a:lnTo>
                  <a:pt x="1455521" y="385779"/>
                </a:lnTo>
                <a:lnTo>
                  <a:pt x="1095615" y="1019127"/>
                </a:lnTo>
                <a:lnTo>
                  <a:pt x="359906" y="1019127"/>
                </a:lnTo>
                <a:lnTo>
                  <a:pt x="0" y="385779"/>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Hexagon 15">
            <a:extLst>
              <a:ext uri="{FF2B5EF4-FFF2-40B4-BE49-F238E27FC236}">
                <a16:creationId xmlns:a16="http://schemas.microsoft.com/office/drawing/2014/main" id="{93831F6E-A0DA-46E5-AF13-ED5D9ABF108D}"/>
              </a:ext>
            </a:extLst>
          </p:cNvPr>
          <p:cNvSpPr/>
          <p:nvPr userDrawn="1"/>
        </p:nvSpPr>
        <p:spPr>
          <a:xfrm>
            <a:off x="1579486" y="450004"/>
            <a:ext cx="1455521" cy="1266696"/>
          </a:xfrm>
          <a:prstGeom prst="hexagon">
            <a:avLst>
              <a:gd name="adj" fmla="val 28413"/>
              <a:gd name="vf" fmla="val 11547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0" name="Hexagon 17">
            <a:extLst>
              <a:ext uri="{FF2B5EF4-FFF2-40B4-BE49-F238E27FC236}">
                <a16:creationId xmlns:a16="http://schemas.microsoft.com/office/drawing/2014/main" id="{18B06ECC-5FA7-4ACA-86BF-694240D0C05B}"/>
              </a:ext>
            </a:extLst>
          </p:cNvPr>
          <p:cNvSpPr/>
          <p:nvPr userDrawn="1"/>
        </p:nvSpPr>
        <p:spPr>
          <a:xfrm>
            <a:off x="412218" y="1136470"/>
            <a:ext cx="1455521" cy="1266696"/>
          </a:xfrm>
          <a:prstGeom prst="hexagon">
            <a:avLst>
              <a:gd name="adj" fmla="val 28413"/>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1" name="Hexagon 19">
            <a:extLst>
              <a:ext uri="{FF2B5EF4-FFF2-40B4-BE49-F238E27FC236}">
                <a16:creationId xmlns:a16="http://schemas.microsoft.com/office/drawing/2014/main" id="{089AA305-8FFC-46A5-B806-D5D78320D0CD}"/>
              </a:ext>
            </a:extLst>
          </p:cNvPr>
          <p:cNvSpPr/>
          <p:nvPr userDrawn="1"/>
        </p:nvSpPr>
        <p:spPr>
          <a:xfrm>
            <a:off x="1580070" y="1812437"/>
            <a:ext cx="1455521" cy="1266696"/>
          </a:xfrm>
          <a:prstGeom prst="hexagon">
            <a:avLst>
              <a:gd name="adj" fmla="val 28413"/>
              <a:gd name="vf" fmla="val 11547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Hexagon 21">
            <a:extLst>
              <a:ext uri="{FF2B5EF4-FFF2-40B4-BE49-F238E27FC236}">
                <a16:creationId xmlns:a16="http://schemas.microsoft.com/office/drawing/2014/main" id="{DB2D65ED-32BC-44B2-92F3-E16717051CA1}"/>
              </a:ext>
            </a:extLst>
          </p:cNvPr>
          <p:cNvSpPr/>
          <p:nvPr userDrawn="1"/>
        </p:nvSpPr>
        <p:spPr>
          <a:xfrm>
            <a:off x="3953772" y="4582171"/>
            <a:ext cx="1455521" cy="1266696"/>
          </a:xfrm>
          <a:prstGeom prst="hexagon">
            <a:avLst>
              <a:gd name="adj" fmla="val 28413"/>
              <a:gd name="vf" fmla="val 11547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4" name="Freeform 43">
            <a:extLst>
              <a:ext uri="{FF2B5EF4-FFF2-40B4-BE49-F238E27FC236}">
                <a16:creationId xmlns:a16="http://schemas.microsoft.com/office/drawing/2014/main" id="{6100186E-95B0-AB29-6F1D-DBFBAA566DB2}"/>
              </a:ext>
            </a:extLst>
          </p:cNvPr>
          <p:cNvSpPr/>
          <p:nvPr userDrawn="1"/>
        </p:nvSpPr>
        <p:spPr>
          <a:xfrm>
            <a:off x="3955762" y="5952136"/>
            <a:ext cx="1455521" cy="932559"/>
          </a:xfrm>
          <a:custGeom>
            <a:avLst/>
            <a:gdLst>
              <a:gd name="connsiteX0" fmla="*/ 359906 w 1455521"/>
              <a:gd name="connsiteY0" fmla="*/ 0 h 932559"/>
              <a:gd name="connsiteX1" fmla="*/ 1095615 w 1455521"/>
              <a:gd name="connsiteY1" fmla="*/ 0 h 932559"/>
              <a:gd name="connsiteX2" fmla="*/ 1455521 w 1455521"/>
              <a:gd name="connsiteY2" fmla="*/ 633348 h 932559"/>
              <a:gd name="connsiteX3" fmla="*/ 1285492 w 1455521"/>
              <a:gd name="connsiteY3" fmla="*/ 932559 h 932559"/>
              <a:gd name="connsiteX4" fmla="*/ 170030 w 1455521"/>
              <a:gd name="connsiteY4" fmla="*/ 932559 h 932559"/>
              <a:gd name="connsiteX5" fmla="*/ 0 w 1455521"/>
              <a:gd name="connsiteY5" fmla="*/ 633348 h 932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32559">
                <a:moveTo>
                  <a:pt x="359906" y="0"/>
                </a:moveTo>
                <a:lnTo>
                  <a:pt x="1095615" y="0"/>
                </a:lnTo>
                <a:lnTo>
                  <a:pt x="1455521" y="633348"/>
                </a:lnTo>
                <a:lnTo>
                  <a:pt x="1285492" y="932559"/>
                </a:lnTo>
                <a:lnTo>
                  <a:pt x="170030" y="932559"/>
                </a:lnTo>
                <a:lnTo>
                  <a:pt x="0" y="633348"/>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Hexagon 27">
            <a:extLst>
              <a:ext uri="{FF2B5EF4-FFF2-40B4-BE49-F238E27FC236}">
                <a16:creationId xmlns:a16="http://schemas.microsoft.com/office/drawing/2014/main" id="{5275D449-7441-440B-8584-96D25256F24D}"/>
              </a:ext>
            </a:extLst>
          </p:cNvPr>
          <p:cNvSpPr/>
          <p:nvPr userDrawn="1"/>
        </p:nvSpPr>
        <p:spPr>
          <a:xfrm>
            <a:off x="2783996" y="5245443"/>
            <a:ext cx="1455521" cy="1266696"/>
          </a:xfrm>
          <a:prstGeom prst="hexagon">
            <a:avLst>
              <a:gd name="adj" fmla="val 28413"/>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Hexagon 21">
            <a:extLst>
              <a:ext uri="{FF2B5EF4-FFF2-40B4-BE49-F238E27FC236}">
                <a16:creationId xmlns:a16="http://schemas.microsoft.com/office/drawing/2014/main" id="{AA088CB3-68C2-8BF7-640B-511D7AD708D4}"/>
              </a:ext>
            </a:extLst>
          </p:cNvPr>
          <p:cNvSpPr/>
          <p:nvPr userDrawn="1"/>
        </p:nvSpPr>
        <p:spPr>
          <a:xfrm>
            <a:off x="2757266" y="2493385"/>
            <a:ext cx="1467568" cy="1305975"/>
          </a:xfrm>
          <a:prstGeom prst="hexagon">
            <a:avLst>
              <a:gd name="adj" fmla="val 28413"/>
              <a:gd name="vf" fmla="val 115470"/>
            </a:avLst>
          </a:prstGeom>
          <a:noFill/>
          <a:ln w="19050">
            <a:solidFill>
              <a:srgbClr val="D844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5" name="Hexagon 28">
            <a:extLst>
              <a:ext uri="{FF2B5EF4-FFF2-40B4-BE49-F238E27FC236}">
                <a16:creationId xmlns:a16="http://schemas.microsoft.com/office/drawing/2014/main" id="{94CFCD79-F5CD-4175-96DE-1AC2E1999DB6}"/>
              </a:ext>
            </a:extLst>
          </p:cNvPr>
          <p:cNvSpPr/>
          <p:nvPr userDrawn="1"/>
        </p:nvSpPr>
        <p:spPr>
          <a:xfrm>
            <a:off x="2767144" y="3880620"/>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3" name="Freeform 42">
            <a:extLst>
              <a:ext uri="{FF2B5EF4-FFF2-40B4-BE49-F238E27FC236}">
                <a16:creationId xmlns:a16="http://schemas.microsoft.com/office/drawing/2014/main" id="{C8667104-E096-23C3-4C2C-5277C2AF5C57}"/>
              </a:ext>
            </a:extLst>
          </p:cNvPr>
          <p:cNvSpPr/>
          <p:nvPr userDrawn="1"/>
        </p:nvSpPr>
        <p:spPr>
          <a:xfrm>
            <a:off x="3702" y="448131"/>
            <a:ext cx="678871" cy="1266696"/>
          </a:xfrm>
          <a:custGeom>
            <a:avLst/>
            <a:gdLst>
              <a:gd name="connsiteX0" fmla="*/ 0 w 678871"/>
              <a:gd name="connsiteY0" fmla="*/ 0 h 1266696"/>
              <a:gd name="connsiteX1" fmla="*/ 318965 w 678871"/>
              <a:gd name="connsiteY1" fmla="*/ 0 h 1266696"/>
              <a:gd name="connsiteX2" fmla="*/ 678871 w 678871"/>
              <a:gd name="connsiteY2" fmla="*/ 633348 h 1266696"/>
              <a:gd name="connsiteX3" fmla="*/ 318965 w 678871"/>
              <a:gd name="connsiteY3" fmla="*/ 1266696 h 1266696"/>
              <a:gd name="connsiteX4" fmla="*/ 0 w 678871"/>
              <a:gd name="connsiteY4" fmla="*/ 1266696 h 12666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871" h="1266696">
                <a:moveTo>
                  <a:pt x="0" y="0"/>
                </a:moveTo>
                <a:lnTo>
                  <a:pt x="318965" y="0"/>
                </a:lnTo>
                <a:lnTo>
                  <a:pt x="678871" y="633348"/>
                </a:lnTo>
                <a:lnTo>
                  <a:pt x="318965" y="1266696"/>
                </a:lnTo>
                <a:lnTo>
                  <a:pt x="0" y="1266696"/>
                </a:lnTo>
                <a:close/>
              </a:path>
            </a:pathLst>
          </a:cu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Hexagon 31">
            <a:extLst>
              <a:ext uri="{FF2B5EF4-FFF2-40B4-BE49-F238E27FC236}">
                <a16:creationId xmlns:a16="http://schemas.microsoft.com/office/drawing/2014/main" id="{61BB4AB0-7C5C-4697-A25B-0AFD8754AB52}"/>
              </a:ext>
            </a:extLst>
          </p:cNvPr>
          <p:cNvSpPr/>
          <p:nvPr userDrawn="1"/>
        </p:nvSpPr>
        <p:spPr>
          <a:xfrm>
            <a:off x="1580353" y="3182793"/>
            <a:ext cx="1455521" cy="1266696"/>
          </a:xfrm>
          <a:prstGeom prst="hexagon">
            <a:avLst>
              <a:gd name="adj" fmla="val 28413"/>
              <a:gd name="vf" fmla="val 115470"/>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7" name="Hexagon 28">
            <a:extLst>
              <a:ext uri="{FF2B5EF4-FFF2-40B4-BE49-F238E27FC236}">
                <a16:creationId xmlns:a16="http://schemas.microsoft.com/office/drawing/2014/main" id="{E4EF439B-1CC3-CA39-B62A-E54F83ED70D2}"/>
              </a:ext>
            </a:extLst>
          </p:cNvPr>
          <p:cNvSpPr/>
          <p:nvPr userDrawn="1"/>
        </p:nvSpPr>
        <p:spPr>
          <a:xfrm>
            <a:off x="396269" y="2511644"/>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6" name="Freeform 45">
            <a:extLst>
              <a:ext uri="{FF2B5EF4-FFF2-40B4-BE49-F238E27FC236}">
                <a16:creationId xmlns:a16="http://schemas.microsoft.com/office/drawing/2014/main" id="{2363FF00-E570-D743-258E-E9FEF4F02A08}"/>
              </a:ext>
            </a:extLst>
          </p:cNvPr>
          <p:cNvSpPr/>
          <p:nvPr userDrawn="1"/>
        </p:nvSpPr>
        <p:spPr>
          <a:xfrm>
            <a:off x="6334981" y="5962237"/>
            <a:ext cx="1455521" cy="901561"/>
          </a:xfrm>
          <a:custGeom>
            <a:avLst/>
            <a:gdLst>
              <a:gd name="connsiteX0" fmla="*/ 359906 w 1455521"/>
              <a:gd name="connsiteY0" fmla="*/ 0 h 901561"/>
              <a:gd name="connsiteX1" fmla="*/ 1095615 w 1455521"/>
              <a:gd name="connsiteY1" fmla="*/ 0 h 901561"/>
              <a:gd name="connsiteX2" fmla="*/ 1455521 w 1455521"/>
              <a:gd name="connsiteY2" fmla="*/ 633348 h 901561"/>
              <a:gd name="connsiteX3" fmla="*/ 1303107 w 1455521"/>
              <a:gd name="connsiteY3" fmla="*/ 901561 h 901561"/>
              <a:gd name="connsiteX4" fmla="*/ 152415 w 1455521"/>
              <a:gd name="connsiteY4" fmla="*/ 901561 h 901561"/>
              <a:gd name="connsiteX5" fmla="*/ 0 w 1455521"/>
              <a:gd name="connsiteY5" fmla="*/ 633348 h 901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01561">
                <a:moveTo>
                  <a:pt x="359906" y="0"/>
                </a:moveTo>
                <a:lnTo>
                  <a:pt x="1095615" y="0"/>
                </a:lnTo>
                <a:lnTo>
                  <a:pt x="1455521" y="633348"/>
                </a:lnTo>
                <a:lnTo>
                  <a:pt x="1303107" y="901561"/>
                </a:lnTo>
                <a:lnTo>
                  <a:pt x="152415" y="901561"/>
                </a:lnTo>
                <a:lnTo>
                  <a:pt x="0" y="633348"/>
                </a:lnTo>
                <a:close/>
              </a:path>
            </a:pathLst>
          </a:custGeom>
          <a:noFill/>
          <a:ln w="19050">
            <a:solidFill>
              <a:srgbClr val="98432A"/>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Hexagon 21">
            <a:extLst>
              <a:ext uri="{FF2B5EF4-FFF2-40B4-BE49-F238E27FC236}">
                <a16:creationId xmlns:a16="http://schemas.microsoft.com/office/drawing/2014/main" id="{A38FF139-88E9-67A9-6010-4EDFB851076B}"/>
              </a:ext>
            </a:extLst>
          </p:cNvPr>
          <p:cNvSpPr/>
          <p:nvPr userDrawn="1"/>
        </p:nvSpPr>
        <p:spPr>
          <a:xfrm>
            <a:off x="5150156" y="5261378"/>
            <a:ext cx="1455521" cy="1266696"/>
          </a:xfrm>
          <a:prstGeom prst="hexagon">
            <a:avLst>
              <a:gd name="adj" fmla="val 28413"/>
              <a:gd name="vf" fmla="val 115470"/>
            </a:avLst>
          </a:pr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Hexagon 21">
            <a:extLst>
              <a:ext uri="{FF2B5EF4-FFF2-40B4-BE49-F238E27FC236}">
                <a16:creationId xmlns:a16="http://schemas.microsoft.com/office/drawing/2014/main" id="{99956147-4454-5EA6-FC9C-94C08EE35F28}"/>
              </a:ext>
            </a:extLst>
          </p:cNvPr>
          <p:cNvSpPr/>
          <p:nvPr userDrawn="1"/>
        </p:nvSpPr>
        <p:spPr>
          <a:xfrm>
            <a:off x="3948599" y="3206642"/>
            <a:ext cx="1455521" cy="1266696"/>
          </a:xfrm>
          <a:prstGeom prst="hexagon">
            <a:avLst>
              <a:gd name="adj" fmla="val 28413"/>
              <a:gd name="vf" fmla="val 11547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2" name="Title 1">
            <a:extLst>
              <a:ext uri="{FF2B5EF4-FFF2-40B4-BE49-F238E27FC236}">
                <a16:creationId xmlns:a16="http://schemas.microsoft.com/office/drawing/2014/main" id="{4722C9EB-D452-B3DF-5219-160F48DE789C}"/>
              </a:ext>
            </a:extLst>
          </p:cNvPr>
          <p:cNvSpPr>
            <a:spLocks noGrp="1"/>
          </p:cNvSpPr>
          <p:nvPr>
            <p:ph type="title"/>
          </p:nvPr>
        </p:nvSpPr>
        <p:spPr>
          <a:xfrm>
            <a:off x="6035040" y="731520"/>
            <a:ext cx="5394960" cy="2103120"/>
          </a:xfrm>
        </p:spPr>
        <p:txBody>
          <a:bodyPr anchor="b">
            <a:normAutofit/>
          </a:bodyPr>
          <a:lstStyle/>
          <a:p>
            <a:r>
              <a:rPr lang="en-US"/>
              <a:t>Click to edit Master title style</a:t>
            </a:r>
            <a:endParaRPr lang="en-US" dirty="0"/>
          </a:p>
        </p:txBody>
      </p:sp>
      <p:sp>
        <p:nvSpPr>
          <p:cNvPr id="21" name="Content Placeholder 47" descr="Click icon to add picture">
            <a:extLst>
              <a:ext uri="{FF2B5EF4-FFF2-40B4-BE49-F238E27FC236}">
                <a16:creationId xmlns:a16="http://schemas.microsoft.com/office/drawing/2014/main" id="{B7E46D91-6194-E279-CAE3-425E21FD4A83}"/>
              </a:ext>
            </a:extLst>
          </p:cNvPr>
          <p:cNvSpPr>
            <a:spLocks noGrp="1"/>
          </p:cNvSpPr>
          <p:nvPr>
            <p:ph type="body" sz="quarter" idx="27"/>
          </p:nvPr>
        </p:nvSpPr>
        <p:spPr>
          <a:xfrm>
            <a:off x="6035040" y="3108960"/>
            <a:ext cx="5394960" cy="1879791"/>
          </a:xfrm>
          <a:prstGeom prst="rect">
            <a:avLst/>
          </a:prstGeom>
        </p:spPr>
        <p:txBody>
          <a:bodyPr anchor="t">
            <a:normAutofit/>
          </a:bodyPr>
          <a:lstStyle>
            <a:lvl1pPr marL="0" indent="0" algn="l">
              <a:lnSpc>
                <a:spcPct val="100000"/>
              </a:lnSpc>
              <a:buNone/>
              <a:defRPr sz="1800" b="0">
                <a:solidFill>
                  <a:schemeClr val="bg1"/>
                </a:solidFill>
              </a:defRPr>
            </a:lvl1pPr>
            <a:lvl2pPr>
              <a:defRPr sz="1000"/>
            </a:lvl2pPr>
            <a:lvl3pPr>
              <a:defRPr sz="900"/>
            </a:lvl3pPr>
            <a:lvl4pPr>
              <a:defRPr sz="800"/>
            </a:lvl4pPr>
            <a:lvl5pPr>
              <a:defRPr sz="800"/>
            </a:lvl5pPr>
          </a:lstStyle>
          <a:p>
            <a:pPr lvl="0"/>
            <a:r>
              <a:rPr lang="en-US" altLang="zh-CN"/>
              <a:t>Click to edit Master text styles</a:t>
            </a:r>
          </a:p>
        </p:txBody>
      </p:sp>
      <p:sp>
        <p:nvSpPr>
          <p:cNvPr id="40" name="Freeform 39">
            <a:extLst>
              <a:ext uri="{FF2B5EF4-FFF2-40B4-BE49-F238E27FC236}">
                <a16:creationId xmlns:a16="http://schemas.microsoft.com/office/drawing/2014/main" id="{E3C8467A-0A34-2A65-92FE-F12F6A3D84A6}"/>
              </a:ext>
            </a:extLst>
          </p:cNvPr>
          <p:cNvSpPr/>
          <p:nvPr userDrawn="1"/>
        </p:nvSpPr>
        <p:spPr>
          <a:xfrm>
            <a:off x="-6538" y="1815084"/>
            <a:ext cx="697438" cy="1266696"/>
          </a:xfrm>
          <a:custGeom>
            <a:avLst/>
            <a:gdLst>
              <a:gd name="connsiteX0" fmla="*/ 0 w 732607"/>
              <a:gd name="connsiteY0" fmla="*/ 0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0" fmla="*/ 43961 w 732607"/>
              <a:gd name="connsiteY0" fmla="*/ 8793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5" fmla="*/ 43961 w 732607"/>
              <a:gd name="connsiteY5" fmla="*/ 8793 h 1266696"/>
              <a:gd name="connsiteX0" fmla="*/ 8792 w 697438"/>
              <a:gd name="connsiteY0" fmla="*/ 8793 h 1266696"/>
              <a:gd name="connsiteX1" fmla="*/ 337532 w 697438"/>
              <a:gd name="connsiteY1" fmla="*/ 0 h 1266696"/>
              <a:gd name="connsiteX2" fmla="*/ 697438 w 697438"/>
              <a:gd name="connsiteY2" fmla="*/ 633348 h 1266696"/>
              <a:gd name="connsiteX3" fmla="*/ 337532 w 697438"/>
              <a:gd name="connsiteY3" fmla="*/ 1266696 h 1266696"/>
              <a:gd name="connsiteX4" fmla="*/ 0 w 697438"/>
              <a:gd name="connsiteY4" fmla="*/ 1266696 h 1266696"/>
              <a:gd name="connsiteX5" fmla="*/ 8792 w 697438"/>
              <a:gd name="connsiteY5" fmla="*/ 8793 h 1266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7438" h="1266696">
                <a:moveTo>
                  <a:pt x="8792" y="8793"/>
                </a:moveTo>
                <a:lnTo>
                  <a:pt x="337532" y="0"/>
                </a:lnTo>
                <a:lnTo>
                  <a:pt x="697438" y="633348"/>
                </a:lnTo>
                <a:lnTo>
                  <a:pt x="337532" y="1266696"/>
                </a:lnTo>
                <a:lnTo>
                  <a:pt x="0" y="1266696"/>
                </a:lnTo>
                <a:cubicBezTo>
                  <a:pt x="0" y="844464"/>
                  <a:pt x="8792" y="431025"/>
                  <a:pt x="8792" y="8793"/>
                </a:cubicBezTo>
                <a:close/>
              </a:path>
            </a:pathLst>
          </a:custGeom>
          <a:noFill/>
          <a:ln w="19050">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1473342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4" name="Content placeholder 47">
            <a:extLst>
              <a:ext uri="{FF2B5EF4-FFF2-40B4-BE49-F238E27FC236}">
                <a16:creationId xmlns:a16="http://schemas.microsoft.com/office/drawing/2014/main" id="{28B6388A-37D2-4382-A7FC-9B9A76BDE84D}"/>
              </a:ext>
            </a:extLst>
          </p:cNvPr>
          <p:cNvSpPr>
            <a:spLocks noGrp="1"/>
          </p:cNvSpPr>
          <p:nvPr>
            <p:ph type="sldNum" sz="quarter" idx="4"/>
          </p:nvPr>
        </p:nvSpPr>
        <p:spPr>
          <a:xfrm>
            <a:off x="11194169" y="6217920"/>
            <a:ext cx="458592" cy="365125"/>
          </a:xfrm>
          <a:prstGeom prst="rect">
            <a:avLst/>
          </a:prstGeom>
        </p:spPr>
        <p:txBody>
          <a:bodyPr vert="horz" lIns="91440" tIns="45720" rIns="91440" bIns="45720" rtlCol="0" anchor="ctr">
            <a:noAutofit/>
          </a:bodyPr>
          <a:lstStyle>
            <a:lvl1pPr algn="ctr">
              <a:defRPr sz="1200">
                <a:solidFill>
                  <a:schemeClr val="bg1"/>
                </a:solidFill>
                <a:latin typeface="+mn-lt"/>
              </a:defRPr>
            </a:lvl1pPr>
          </a:lstStyle>
          <a:p>
            <a:fld id="{47FEACEE-25B4-4A2D-B147-27296E36371D}" type="slidenum">
              <a:rPr lang="en-US" altLang="zh-CN" noProof="0" smtClean="0"/>
              <a:pPr/>
              <a:t>‹#›</a:t>
            </a:fld>
            <a:endParaRPr lang="en-US" altLang="zh-CN" noProof="0" dirty="0"/>
          </a:p>
        </p:txBody>
      </p:sp>
      <p:sp>
        <p:nvSpPr>
          <p:cNvPr id="6" name="Text Placeholder 2">
            <a:extLst>
              <a:ext uri="{FF2B5EF4-FFF2-40B4-BE49-F238E27FC236}">
                <a16:creationId xmlns:a16="http://schemas.microsoft.com/office/drawing/2014/main" id="{18CB8A3D-9A54-FD7C-F6A5-B33E6C891A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itle Placeholder 4">
            <a:extLst>
              <a:ext uri="{FF2B5EF4-FFF2-40B4-BE49-F238E27FC236}">
                <a16:creationId xmlns:a16="http://schemas.microsoft.com/office/drawing/2014/main" id="{F38A7675-78A2-B642-22AF-B98514C68B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noProof="0"/>
              <a:t>Click to edit Master title style</a:t>
            </a:r>
          </a:p>
        </p:txBody>
      </p:sp>
      <p:sp>
        <p:nvSpPr>
          <p:cNvPr id="8" name="Footer Placeholder 7">
            <a:extLst>
              <a:ext uri="{FF2B5EF4-FFF2-40B4-BE49-F238E27FC236}">
                <a16:creationId xmlns:a16="http://schemas.microsoft.com/office/drawing/2014/main" id="{C176125D-E69D-E2ED-1549-3D67DBD487E0}"/>
              </a:ext>
            </a:extLst>
          </p:cNvPr>
          <p:cNvSpPr>
            <a:spLocks noGrp="1"/>
          </p:cNvSpPr>
          <p:nvPr>
            <p:ph type="ftr" sz="quarter" idx="3"/>
          </p:nvPr>
        </p:nvSpPr>
        <p:spPr>
          <a:xfrm>
            <a:off x="914400" y="6217920"/>
            <a:ext cx="4114800" cy="365125"/>
          </a:xfrm>
          <a:prstGeom prst="rect">
            <a:avLst/>
          </a:prstGeom>
        </p:spPr>
        <p:txBody>
          <a:bodyPr vert="horz" lIns="91440" tIns="45720" rIns="91440" bIns="45720" rtlCol="0" anchor="ctr">
            <a:noAutofit/>
          </a:bodyPr>
          <a:lstStyle>
            <a:lvl1pPr algn="l">
              <a:defRPr sz="1200">
                <a:solidFill>
                  <a:schemeClr val="bg1"/>
                </a:solidFill>
                <a:latin typeface="+mn-lt"/>
              </a:defRPr>
            </a:lvl1pPr>
          </a:lstStyle>
          <a:p>
            <a:endParaRPr lang="en-US" noProof="0" dirty="0"/>
          </a:p>
        </p:txBody>
      </p:sp>
    </p:spTree>
    <p:extLst>
      <p:ext uri="{BB962C8B-B14F-4D97-AF65-F5344CB8AC3E}">
        <p14:creationId xmlns:p14="http://schemas.microsoft.com/office/powerpoint/2010/main" val="2020574204"/>
      </p:ext>
    </p:extLst>
  </p:cSld>
  <p:clrMap bg1="lt1" tx1="dk1" bg2="lt2" tx2="dk2" accent1="accent1" accent2="accent2" accent3="accent3" accent4="accent4" accent5="accent5" accent6="accent6" hlink="hlink" folHlink="folHlink"/>
  <p:sldLayoutIdLst>
    <p:sldLayoutId id="2147483667" r:id="rId1"/>
    <p:sldLayoutId id="2147483671" r:id="rId2"/>
    <p:sldLayoutId id="2147483674" r:id="rId3"/>
    <p:sldLayoutId id="2147483670" r:id="rId4"/>
    <p:sldLayoutId id="2147483669" r:id="rId5"/>
    <p:sldLayoutId id="2147483655" r:id="rId6"/>
    <p:sldLayoutId id="2147483651" r:id="rId7"/>
    <p:sldLayoutId id="2147483662" r:id="rId8"/>
    <p:sldLayoutId id="2147483653" r:id="rId9"/>
    <p:sldLayoutId id="2147483663" r:id="rId10"/>
    <p:sldLayoutId id="2147483665" r:id="rId11"/>
  </p:sldLayoutIdLst>
  <p:hf hdr="0" ftr="0" dt="0"/>
  <p:txStyles>
    <p:titleStyle>
      <a:lvl1pPr algn="l" defTabSz="914400" rtl="0" eaLnBrk="1" latinLnBrk="0" hangingPunct="1">
        <a:lnSpc>
          <a:spcPct val="90000"/>
        </a:lnSpc>
        <a:spcBef>
          <a:spcPct val="0"/>
        </a:spcBef>
        <a:buNone/>
        <a:defRPr sz="4400" b="1" kern="1200">
          <a:solidFill>
            <a:schemeClr val="bg1"/>
          </a:solidFill>
          <a:latin typeface="+mj-lt"/>
          <a:ea typeface="+mj-ea"/>
          <a:cs typeface="+mj-cs"/>
        </a:defRPr>
      </a:lvl1pPr>
    </p:titleStyle>
    <p:bodyStyle>
      <a:lvl1pPr marL="347472"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1pPr>
      <a:lvl2pPr marL="73152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2pPr>
      <a:lvl3pPr marL="109728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3pPr>
      <a:lvl4pPr marL="146304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4pPr>
      <a:lvl5pPr marL="182880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32" userDrawn="1">
          <p15:clr>
            <a:srgbClr val="F26B43"/>
          </p15:clr>
        </p15:guide>
        <p15:guide id="2" pos="3840" userDrawn="1">
          <p15:clr>
            <a:srgbClr val="F26B43"/>
          </p15:clr>
        </p15:guide>
        <p15:guide id="3" pos="5640" userDrawn="1">
          <p15:clr>
            <a:srgbClr val="F26B43"/>
          </p15:clr>
        </p15:guide>
        <p15:guide id="4" pos="1656" userDrawn="1">
          <p15:clr>
            <a:srgbClr val="F26B43"/>
          </p15:clr>
        </p15:guide>
        <p15:guide id="5" pos="520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3A3B864-5E85-99D2-93E5-5CA1F4F35DC7}"/>
              </a:ext>
            </a:extLst>
          </p:cNvPr>
          <p:cNvSpPr>
            <a:spLocks noGrp="1"/>
          </p:cNvSpPr>
          <p:nvPr>
            <p:ph type="title"/>
          </p:nvPr>
        </p:nvSpPr>
        <p:spPr>
          <a:xfrm>
            <a:off x="1144292" y="731520"/>
            <a:ext cx="5029200" cy="3291840"/>
          </a:xfrm>
        </p:spPr>
        <p:txBody>
          <a:bodyPr lIns="0" anchor="b" anchorCtr="0"/>
          <a:lstStyle/>
          <a:p>
            <a:r>
              <a:rPr lang="en-US" dirty="0"/>
              <a:t>A Just</a:t>
            </a:r>
            <a:br>
              <a:rPr lang="en-US" dirty="0"/>
            </a:br>
            <a:r>
              <a:rPr lang="en-US" dirty="0"/>
              <a:t>Culture</a:t>
            </a:r>
          </a:p>
        </p:txBody>
      </p:sp>
      <p:sp>
        <p:nvSpPr>
          <p:cNvPr id="9" name="Text Placeholder 8">
            <a:extLst>
              <a:ext uri="{FF2B5EF4-FFF2-40B4-BE49-F238E27FC236}">
                <a16:creationId xmlns:a16="http://schemas.microsoft.com/office/drawing/2014/main" id="{485E0237-B9A1-0B58-E0AA-05EF84817EB4}"/>
              </a:ext>
            </a:extLst>
          </p:cNvPr>
          <p:cNvSpPr>
            <a:spLocks noGrp="1"/>
          </p:cNvSpPr>
          <p:nvPr>
            <p:ph type="body" sz="quarter" idx="28"/>
          </p:nvPr>
        </p:nvSpPr>
        <p:spPr>
          <a:xfrm>
            <a:off x="1260894" y="4172084"/>
            <a:ext cx="4912598" cy="914400"/>
          </a:xfrm>
        </p:spPr>
        <p:txBody>
          <a:bodyPr/>
          <a:lstStyle/>
          <a:p>
            <a:r>
              <a:rPr lang="en-US" dirty="0"/>
              <a:t>Zac Baker</a:t>
            </a:r>
          </a:p>
          <a:p>
            <a:r>
              <a:rPr lang="en-US" dirty="0"/>
              <a:t>Module 9.2 Assignment</a:t>
            </a:r>
          </a:p>
        </p:txBody>
      </p:sp>
      <p:pic>
        <p:nvPicPr>
          <p:cNvPr id="20" name="Picture Placeholder 19" descr="Two people looking at a laptop at a table">
            <a:extLst>
              <a:ext uri="{FF2B5EF4-FFF2-40B4-BE49-F238E27FC236}">
                <a16:creationId xmlns:a16="http://schemas.microsoft.com/office/drawing/2014/main" id="{E83BB08F-E403-8715-0B24-AD9E4B72C80E}"/>
              </a:ext>
            </a:extLst>
          </p:cNvPr>
          <p:cNvPicPr>
            <a:picLocks noGrp="1" noChangeAspect="1"/>
          </p:cNvPicPr>
          <p:nvPr>
            <p:ph type="pic" sz="quarter" idx="47"/>
          </p:nvPr>
        </p:nvPicPr>
        <p:blipFill>
          <a:blip r:embed="rId3"/>
          <a:srcRect l="23" r="23"/>
          <a:stretch/>
        </p:blipFill>
        <p:spPr>
          <a:xfrm>
            <a:off x="6742557" y="821836"/>
            <a:ext cx="4405503" cy="5066346"/>
          </a:xfrm>
        </p:spPr>
      </p:pic>
    </p:spTree>
    <p:extLst>
      <p:ext uri="{BB962C8B-B14F-4D97-AF65-F5344CB8AC3E}">
        <p14:creationId xmlns:p14="http://schemas.microsoft.com/office/powerpoint/2010/main" val="3898447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F021C-3CEB-0FBA-DA89-C9C82E741BB3}"/>
              </a:ext>
            </a:extLst>
          </p:cNvPr>
          <p:cNvSpPr>
            <a:spLocks noGrp="1"/>
          </p:cNvSpPr>
          <p:nvPr>
            <p:ph type="title"/>
          </p:nvPr>
        </p:nvSpPr>
        <p:spPr>
          <a:xfrm>
            <a:off x="914400" y="3429000"/>
            <a:ext cx="4206240" cy="2377440"/>
          </a:xfrm>
        </p:spPr>
        <p:txBody>
          <a:bodyPr anchor="t" anchorCtr="0"/>
          <a:lstStyle/>
          <a:p>
            <a:r>
              <a:rPr lang="en-US" dirty="0"/>
              <a:t>Agenda </a:t>
            </a:r>
          </a:p>
        </p:txBody>
      </p:sp>
      <p:sp>
        <p:nvSpPr>
          <p:cNvPr id="3" name="Text Placeholder 2">
            <a:extLst>
              <a:ext uri="{FF2B5EF4-FFF2-40B4-BE49-F238E27FC236}">
                <a16:creationId xmlns:a16="http://schemas.microsoft.com/office/drawing/2014/main" id="{3C6746B3-AFD9-641E-7CBF-9A783646B368}"/>
              </a:ext>
            </a:extLst>
          </p:cNvPr>
          <p:cNvSpPr>
            <a:spLocks noGrp="1"/>
          </p:cNvSpPr>
          <p:nvPr>
            <p:ph sz="quarter" idx="35"/>
          </p:nvPr>
        </p:nvSpPr>
        <p:spPr>
          <a:xfrm>
            <a:off x="5394325" y="3429000"/>
            <a:ext cx="3475038" cy="2378075"/>
          </a:xfrm>
        </p:spPr>
        <p:txBody>
          <a:bodyPr anchor="t" anchorCtr="0"/>
          <a:lstStyle/>
          <a:p>
            <a:r>
              <a:rPr lang="en-US" dirty="0"/>
              <a:t>What is it?</a:t>
            </a:r>
          </a:p>
          <a:p>
            <a:r>
              <a:rPr lang="en-US" dirty="0"/>
              <a:t>Challenges</a:t>
            </a:r>
          </a:p>
          <a:p>
            <a:r>
              <a:rPr lang="en-US" dirty="0"/>
              <a:t>Steps</a:t>
            </a:r>
          </a:p>
        </p:txBody>
      </p:sp>
      <p:sp>
        <p:nvSpPr>
          <p:cNvPr id="4" name="Slide Number Placeholder 3">
            <a:extLst>
              <a:ext uri="{FF2B5EF4-FFF2-40B4-BE49-F238E27FC236}">
                <a16:creationId xmlns:a16="http://schemas.microsoft.com/office/drawing/2014/main" id="{5D559569-83D5-A20B-653C-B9D6C8D98164}"/>
              </a:ext>
            </a:extLst>
          </p:cNvPr>
          <p:cNvSpPr>
            <a:spLocks noGrp="1"/>
          </p:cNvSpPr>
          <p:nvPr>
            <p:ph type="sldNum" sz="quarter" idx="34"/>
          </p:nvPr>
        </p:nvSpPr>
        <p:spPr/>
        <p:txBody>
          <a:bodyPr/>
          <a:lstStyle/>
          <a:p>
            <a:fld id="{47FEACEE-25B4-4A2D-B147-27296E36371D}" type="slidenum">
              <a:rPr lang="en-US" altLang="zh-CN" noProof="0" smtClean="0"/>
              <a:pPr/>
              <a:t>2</a:t>
            </a:fld>
            <a:endParaRPr lang="en-US" altLang="zh-CN" noProof="0" dirty="0"/>
          </a:p>
        </p:txBody>
      </p:sp>
    </p:spTree>
    <p:extLst>
      <p:ext uri="{BB962C8B-B14F-4D97-AF65-F5344CB8AC3E}">
        <p14:creationId xmlns:p14="http://schemas.microsoft.com/office/powerpoint/2010/main" val="14850807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2A73C-F597-27B7-8F29-D6406DC4DB9A}"/>
              </a:ext>
            </a:extLst>
          </p:cNvPr>
          <p:cNvSpPr>
            <a:spLocks noGrp="1"/>
          </p:cNvSpPr>
          <p:nvPr>
            <p:ph type="title"/>
          </p:nvPr>
        </p:nvSpPr>
        <p:spPr>
          <a:xfrm>
            <a:off x="5998464" y="731520"/>
            <a:ext cx="5029200" cy="3291840"/>
          </a:xfrm>
        </p:spPr>
        <p:txBody>
          <a:bodyPr lIns="0" anchor="b" anchorCtr="0"/>
          <a:lstStyle/>
          <a:p>
            <a:r>
              <a:rPr lang="en-US" dirty="0"/>
              <a:t>Culture of Just </a:t>
            </a:r>
            <a:br>
              <a:rPr lang="en-US" dirty="0"/>
            </a:br>
            <a:r>
              <a:rPr lang="en-US" dirty="0"/>
              <a:t>Humans</a:t>
            </a:r>
          </a:p>
        </p:txBody>
      </p:sp>
      <p:sp>
        <p:nvSpPr>
          <p:cNvPr id="3" name="Text Placeholder 2">
            <a:extLst>
              <a:ext uri="{FF2B5EF4-FFF2-40B4-BE49-F238E27FC236}">
                <a16:creationId xmlns:a16="http://schemas.microsoft.com/office/drawing/2014/main" id="{AC190503-C2C6-37F4-4636-9B4A8A3DE4EB}"/>
              </a:ext>
            </a:extLst>
          </p:cNvPr>
          <p:cNvSpPr>
            <a:spLocks noGrp="1"/>
          </p:cNvSpPr>
          <p:nvPr>
            <p:ph type="body" sz="quarter" idx="28"/>
          </p:nvPr>
        </p:nvSpPr>
        <p:spPr>
          <a:xfrm>
            <a:off x="6117336" y="4172084"/>
            <a:ext cx="4910328" cy="1005840"/>
          </a:xfrm>
        </p:spPr>
        <p:txBody>
          <a:bodyPr/>
          <a:lstStyle/>
          <a:p>
            <a:r>
              <a:rPr lang="en-US" dirty="0"/>
              <a:t>We all make mistakes</a:t>
            </a:r>
          </a:p>
        </p:txBody>
      </p:sp>
    </p:spTree>
    <p:extLst>
      <p:ext uri="{BB962C8B-B14F-4D97-AF65-F5344CB8AC3E}">
        <p14:creationId xmlns:p14="http://schemas.microsoft.com/office/powerpoint/2010/main" val="35301119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F5E3-2B1C-7C0A-8581-67A9052D13AA}"/>
              </a:ext>
            </a:extLst>
          </p:cNvPr>
          <p:cNvSpPr>
            <a:spLocks noGrp="1"/>
          </p:cNvSpPr>
          <p:nvPr>
            <p:ph type="title"/>
          </p:nvPr>
        </p:nvSpPr>
        <p:spPr>
          <a:xfrm>
            <a:off x="914400" y="2487168"/>
            <a:ext cx="4572000" cy="3383280"/>
          </a:xfrm>
          <a:noFill/>
        </p:spPr>
        <p:txBody>
          <a:bodyPr anchor="t" anchorCtr="0">
            <a:noAutofit/>
          </a:bodyPr>
          <a:lstStyle/>
          <a:p>
            <a:r>
              <a:rPr lang="en-US" dirty="0"/>
              <a:t>Making Mistakes</a:t>
            </a:r>
          </a:p>
        </p:txBody>
      </p:sp>
      <p:sp>
        <p:nvSpPr>
          <p:cNvPr id="3" name="Content Placeholder 2">
            <a:extLst>
              <a:ext uri="{FF2B5EF4-FFF2-40B4-BE49-F238E27FC236}">
                <a16:creationId xmlns:a16="http://schemas.microsoft.com/office/drawing/2014/main" id="{A6A33159-D030-2F82-A142-F75940728319}"/>
              </a:ext>
            </a:extLst>
          </p:cNvPr>
          <p:cNvSpPr>
            <a:spLocks noGrp="1"/>
          </p:cNvSpPr>
          <p:nvPr>
            <p:ph idx="1"/>
          </p:nvPr>
        </p:nvSpPr>
        <p:spPr>
          <a:xfrm>
            <a:off x="6217920" y="2487168"/>
            <a:ext cx="5029200" cy="3383280"/>
          </a:xfrm>
          <a:noFill/>
        </p:spPr>
        <p:txBody>
          <a:bodyPr>
            <a:normAutofit/>
          </a:bodyPr>
          <a:lstStyle/>
          <a:p>
            <a:r>
              <a:rPr lang="en-US" dirty="0"/>
              <a:t>Everyone makes mistakes</a:t>
            </a:r>
          </a:p>
          <a:p>
            <a:r>
              <a:rPr lang="en-US" dirty="0"/>
              <a:t>Built on trust</a:t>
            </a:r>
          </a:p>
          <a:p>
            <a:r>
              <a:rPr lang="en-US" dirty="0"/>
              <a:t>Trust is a fragile currency</a:t>
            </a:r>
          </a:p>
          <a:p>
            <a:r>
              <a:rPr lang="en-US" dirty="0"/>
              <a:t>More of an agreement than a “culture”</a:t>
            </a:r>
          </a:p>
        </p:txBody>
      </p:sp>
      <p:sp>
        <p:nvSpPr>
          <p:cNvPr id="4" name="Slide Number Placeholder 3">
            <a:extLst>
              <a:ext uri="{FF2B5EF4-FFF2-40B4-BE49-F238E27FC236}">
                <a16:creationId xmlns:a16="http://schemas.microsoft.com/office/drawing/2014/main" id="{14D4AF3B-CC38-C6F7-1058-2FC5EE48D7F2}"/>
              </a:ext>
            </a:extLst>
          </p:cNvPr>
          <p:cNvSpPr>
            <a:spLocks noGrp="1"/>
          </p:cNvSpPr>
          <p:nvPr>
            <p:ph type="sldNum" sz="quarter" idx="12"/>
          </p:nvPr>
        </p:nvSpPr>
        <p:spPr/>
        <p:txBody>
          <a:bodyPr/>
          <a:lstStyle/>
          <a:p>
            <a:fld id="{69E57DC2-970A-4B3E-BB1C-7A09969E49DF}" type="slidenum">
              <a:rPr lang="en-US" smtClean="0"/>
              <a:t>4</a:t>
            </a:fld>
            <a:endParaRPr lang="en-US" dirty="0"/>
          </a:p>
        </p:txBody>
      </p:sp>
    </p:spTree>
    <p:extLst>
      <p:ext uri="{BB962C8B-B14F-4D97-AF65-F5344CB8AC3E}">
        <p14:creationId xmlns:p14="http://schemas.microsoft.com/office/powerpoint/2010/main" val="36666746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B8F38-57E4-95CB-2D37-ECEE0052C1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ABFBD6-358E-B50C-5F4E-15A293324658}"/>
              </a:ext>
            </a:extLst>
          </p:cNvPr>
          <p:cNvSpPr>
            <a:spLocks noGrp="1"/>
          </p:cNvSpPr>
          <p:nvPr>
            <p:ph type="title"/>
          </p:nvPr>
        </p:nvSpPr>
        <p:spPr>
          <a:xfrm>
            <a:off x="5998464" y="731520"/>
            <a:ext cx="5029200" cy="3291840"/>
          </a:xfrm>
        </p:spPr>
        <p:txBody>
          <a:bodyPr lIns="0" anchor="b" anchorCtr="0"/>
          <a:lstStyle/>
          <a:p>
            <a:r>
              <a:rPr lang="en-US" dirty="0"/>
              <a:t>Just So Challenging</a:t>
            </a:r>
          </a:p>
        </p:txBody>
      </p:sp>
      <p:sp>
        <p:nvSpPr>
          <p:cNvPr id="3" name="Text Placeholder 2">
            <a:extLst>
              <a:ext uri="{FF2B5EF4-FFF2-40B4-BE49-F238E27FC236}">
                <a16:creationId xmlns:a16="http://schemas.microsoft.com/office/drawing/2014/main" id="{EA79914D-FF90-1D12-3348-F18C0875B448}"/>
              </a:ext>
            </a:extLst>
          </p:cNvPr>
          <p:cNvSpPr>
            <a:spLocks noGrp="1"/>
          </p:cNvSpPr>
          <p:nvPr>
            <p:ph type="body" sz="quarter" idx="28"/>
          </p:nvPr>
        </p:nvSpPr>
        <p:spPr>
          <a:xfrm>
            <a:off x="6117336" y="4172084"/>
            <a:ext cx="4910328" cy="1005840"/>
          </a:xfrm>
        </p:spPr>
        <p:txBody>
          <a:bodyPr/>
          <a:lstStyle/>
          <a:p>
            <a:r>
              <a:rPr lang="en-US" dirty="0"/>
              <a:t>Where are the pain points?</a:t>
            </a:r>
          </a:p>
        </p:txBody>
      </p:sp>
    </p:spTree>
    <p:extLst>
      <p:ext uri="{BB962C8B-B14F-4D97-AF65-F5344CB8AC3E}">
        <p14:creationId xmlns:p14="http://schemas.microsoft.com/office/powerpoint/2010/main" val="17862466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8E581-281E-3921-8D8F-9CF1A2CF6F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BE5F63-0E0A-3069-A68D-F48A51267C9F}"/>
              </a:ext>
            </a:extLst>
          </p:cNvPr>
          <p:cNvSpPr>
            <a:spLocks noGrp="1"/>
          </p:cNvSpPr>
          <p:nvPr>
            <p:ph type="title"/>
          </p:nvPr>
        </p:nvSpPr>
        <p:spPr>
          <a:xfrm>
            <a:off x="914400" y="2487168"/>
            <a:ext cx="4572000" cy="3383280"/>
          </a:xfrm>
          <a:noFill/>
        </p:spPr>
        <p:txBody>
          <a:bodyPr anchor="t" anchorCtr="0">
            <a:noAutofit/>
          </a:bodyPr>
          <a:lstStyle/>
          <a:p>
            <a:r>
              <a:rPr lang="en-US" dirty="0"/>
              <a:t>Challenges</a:t>
            </a:r>
          </a:p>
        </p:txBody>
      </p:sp>
      <p:sp>
        <p:nvSpPr>
          <p:cNvPr id="3" name="Content Placeholder 2">
            <a:extLst>
              <a:ext uri="{FF2B5EF4-FFF2-40B4-BE49-F238E27FC236}">
                <a16:creationId xmlns:a16="http://schemas.microsoft.com/office/drawing/2014/main" id="{74258FFB-E819-B77C-50C4-8598D1CA9BDB}"/>
              </a:ext>
            </a:extLst>
          </p:cNvPr>
          <p:cNvSpPr>
            <a:spLocks noGrp="1"/>
          </p:cNvSpPr>
          <p:nvPr>
            <p:ph idx="1"/>
          </p:nvPr>
        </p:nvSpPr>
        <p:spPr>
          <a:xfrm>
            <a:off x="6217920" y="2487168"/>
            <a:ext cx="5029200" cy="3383280"/>
          </a:xfrm>
          <a:noFill/>
        </p:spPr>
        <p:txBody>
          <a:bodyPr>
            <a:normAutofit/>
          </a:bodyPr>
          <a:lstStyle/>
          <a:p>
            <a:r>
              <a:rPr lang="en-US" dirty="0"/>
              <a:t>Fear and blame-oriented culture</a:t>
            </a:r>
          </a:p>
          <a:p>
            <a:r>
              <a:rPr lang="en-US" dirty="0"/>
              <a:t>Hindsight bias</a:t>
            </a:r>
          </a:p>
          <a:p>
            <a:r>
              <a:rPr lang="en-US" dirty="0"/>
              <a:t>“Just World” bias</a:t>
            </a:r>
          </a:p>
          <a:p>
            <a:r>
              <a:rPr lang="en-US" dirty="0"/>
              <a:t>Lack of safety and trust</a:t>
            </a:r>
          </a:p>
          <a:p>
            <a:r>
              <a:rPr lang="en-US" dirty="0"/>
              <a:t>Resistance towards change</a:t>
            </a:r>
          </a:p>
        </p:txBody>
      </p:sp>
      <p:sp>
        <p:nvSpPr>
          <p:cNvPr id="4" name="Slide Number Placeholder 3">
            <a:extLst>
              <a:ext uri="{FF2B5EF4-FFF2-40B4-BE49-F238E27FC236}">
                <a16:creationId xmlns:a16="http://schemas.microsoft.com/office/drawing/2014/main" id="{25791307-A68C-6BC7-3966-411A805CB60E}"/>
              </a:ext>
            </a:extLst>
          </p:cNvPr>
          <p:cNvSpPr>
            <a:spLocks noGrp="1"/>
          </p:cNvSpPr>
          <p:nvPr>
            <p:ph type="sldNum" sz="quarter" idx="12"/>
          </p:nvPr>
        </p:nvSpPr>
        <p:spPr/>
        <p:txBody>
          <a:bodyPr/>
          <a:lstStyle/>
          <a:p>
            <a:fld id="{69E57DC2-970A-4B3E-BB1C-7A09969E49DF}" type="slidenum">
              <a:rPr lang="en-US" smtClean="0"/>
              <a:t>6</a:t>
            </a:fld>
            <a:endParaRPr lang="en-US" dirty="0"/>
          </a:p>
        </p:txBody>
      </p:sp>
    </p:spTree>
    <p:extLst>
      <p:ext uri="{BB962C8B-B14F-4D97-AF65-F5344CB8AC3E}">
        <p14:creationId xmlns:p14="http://schemas.microsoft.com/office/powerpoint/2010/main" val="17638073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2E9926-5A39-841C-BAB3-94ADEAAF66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728FCE-AF29-3693-1DC8-4EAA1286C470}"/>
              </a:ext>
            </a:extLst>
          </p:cNvPr>
          <p:cNvSpPr>
            <a:spLocks noGrp="1"/>
          </p:cNvSpPr>
          <p:nvPr>
            <p:ph type="title"/>
          </p:nvPr>
        </p:nvSpPr>
        <p:spPr>
          <a:xfrm>
            <a:off x="5998464" y="731520"/>
            <a:ext cx="5029200" cy="3291840"/>
          </a:xfrm>
        </p:spPr>
        <p:txBody>
          <a:bodyPr lIns="0" anchor="b" anchorCtr="0"/>
          <a:lstStyle/>
          <a:p>
            <a:r>
              <a:rPr lang="en-US" dirty="0"/>
              <a:t>Just the Steps</a:t>
            </a:r>
          </a:p>
        </p:txBody>
      </p:sp>
      <p:sp>
        <p:nvSpPr>
          <p:cNvPr id="3" name="Text Placeholder 2">
            <a:extLst>
              <a:ext uri="{FF2B5EF4-FFF2-40B4-BE49-F238E27FC236}">
                <a16:creationId xmlns:a16="http://schemas.microsoft.com/office/drawing/2014/main" id="{8291A721-C205-5D54-E9E2-FC32222FDE56}"/>
              </a:ext>
            </a:extLst>
          </p:cNvPr>
          <p:cNvSpPr>
            <a:spLocks noGrp="1"/>
          </p:cNvSpPr>
          <p:nvPr>
            <p:ph type="body" sz="quarter" idx="28"/>
          </p:nvPr>
        </p:nvSpPr>
        <p:spPr>
          <a:xfrm>
            <a:off x="6117336" y="4172084"/>
            <a:ext cx="4910328" cy="1005840"/>
          </a:xfrm>
        </p:spPr>
        <p:txBody>
          <a:bodyPr/>
          <a:lstStyle/>
          <a:p>
            <a:r>
              <a:rPr lang="en-US" dirty="0"/>
              <a:t>How do we get there?</a:t>
            </a:r>
          </a:p>
        </p:txBody>
      </p:sp>
    </p:spTree>
    <p:extLst>
      <p:ext uri="{BB962C8B-B14F-4D97-AF65-F5344CB8AC3E}">
        <p14:creationId xmlns:p14="http://schemas.microsoft.com/office/powerpoint/2010/main" val="13224757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C9819C-8E45-6AD1-6E7E-AA6D5998CA81}"/>
              </a:ext>
            </a:extLst>
          </p:cNvPr>
          <p:cNvSpPr>
            <a:spLocks noGrp="1"/>
          </p:cNvSpPr>
          <p:nvPr>
            <p:ph type="title"/>
          </p:nvPr>
        </p:nvSpPr>
        <p:spPr>
          <a:xfrm>
            <a:off x="914400" y="891540"/>
            <a:ext cx="3931920" cy="1028700"/>
          </a:xfrm>
        </p:spPr>
        <p:txBody>
          <a:bodyPr>
            <a:normAutofit/>
          </a:bodyPr>
          <a:lstStyle/>
          <a:p>
            <a:r>
              <a:rPr lang="en-US" dirty="0"/>
              <a:t>Positive Steps</a:t>
            </a:r>
          </a:p>
        </p:txBody>
      </p:sp>
      <p:sp>
        <p:nvSpPr>
          <p:cNvPr id="3" name="Content Placeholder 2">
            <a:extLst>
              <a:ext uri="{FF2B5EF4-FFF2-40B4-BE49-F238E27FC236}">
                <a16:creationId xmlns:a16="http://schemas.microsoft.com/office/drawing/2014/main" id="{0864FCBE-874D-62E5-9BF1-F27258873887}"/>
              </a:ext>
            </a:extLst>
          </p:cNvPr>
          <p:cNvSpPr>
            <a:spLocks noGrp="1"/>
          </p:cNvSpPr>
          <p:nvPr>
            <p:ph idx="1"/>
          </p:nvPr>
        </p:nvSpPr>
        <p:spPr>
          <a:xfrm>
            <a:off x="914400" y="2148840"/>
            <a:ext cx="3931920" cy="3611880"/>
          </a:xfrm>
        </p:spPr>
        <p:txBody>
          <a:bodyPr/>
          <a:lstStyle/>
          <a:p>
            <a:r>
              <a:rPr lang="en-US" dirty="0"/>
              <a:t>Empathy and trust</a:t>
            </a:r>
          </a:p>
          <a:p>
            <a:r>
              <a:rPr lang="en-US" dirty="0"/>
              <a:t>Feedback avenues</a:t>
            </a:r>
          </a:p>
          <a:p>
            <a:r>
              <a:rPr lang="en-US" dirty="0"/>
              <a:t>Responsibility and accountability</a:t>
            </a:r>
          </a:p>
          <a:p>
            <a:r>
              <a:rPr lang="en-US" dirty="0"/>
              <a:t>Collaboration and communication</a:t>
            </a:r>
          </a:p>
          <a:p>
            <a:r>
              <a:rPr lang="en-US" dirty="0"/>
              <a:t>Continuous learning</a:t>
            </a:r>
          </a:p>
          <a:p>
            <a:r>
              <a:rPr lang="en-US" dirty="0"/>
              <a:t>Cross-functional teams</a:t>
            </a:r>
          </a:p>
        </p:txBody>
      </p:sp>
      <p:pic>
        <p:nvPicPr>
          <p:cNvPr id="7" name="Picture Placeholder 6">
            <a:extLst>
              <a:ext uri="{FF2B5EF4-FFF2-40B4-BE49-F238E27FC236}">
                <a16:creationId xmlns:a16="http://schemas.microsoft.com/office/drawing/2014/main" id="{B3DE3DD7-1B8C-8392-1307-38D8C4812AD8}"/>
              </a:ext>
            </a:extLst>
          </p:cNvPr>
          <p:cNvPicPr>
            <a:picLocks noGrp="1" noChangeAspect="1"/>
          </p:cNvPicPr>
          <p:nvPr>
            <p:ph type="pic" sz="quarter" idx="54"/>
          </p:nvPr>
        </p:nvPicPr>
        <p:blipFill>
          <a:blip r:embed="rId3"/>
          <a:srcRect l="2998" r="2998"/>
          <a:stretch>
            <a:fillRect/>
          </a:stretch>
        </p:blipFill>
        <p:spPr>
          <a:custGeom>
            <a:avLst/>
            <a:gdLst>
              <a:gd name="connsiteX0" fmla="*/ 2513726 w 6446999"/>
              <a:gd name="connsiteY0" fmla="*/ 0 h 6858000"/>
              <a:gd name="connsiteX1" fmla="*/ 4301949 w 6446999"/>
              <a:gd name="connsiteY1" fmla="*/ 0 h 6858000"/>
              <a:gd name="connsiteX2" fmla="*/ 6446999 w 6446999"/>
              <a:gd name="connsiteY2" fmla="*/ 1338386 h 6858000"/>
              <a:gd name="connsiteX3" fmla="*/ 6446999 w 6446999"/>
              <a:gd name="connsiteY3" fmla="*/ 5624376 h 6858000"/>
              <a:gd name="connsiteX4" fmla="*/ 4342124 w 6446999"/>
              <a:gd name="connsiteY4" fmla="*/ 6858000 h 6858000"/>
              <a:gd name="connsiteX5" fmla="*/ 2553921 w 6446999"/>
              <a:gd name="connsiteY5" fmla="*/ 6858000 h 6858000"/>
              <a:gd name="connsiteX6" fmla="*/ 661 w 6446999"/>
              <a:gd name="connsiteY6" fmla="*/ 5339864 h 6858000"/>
              <a:gd name="connsiteX7" fmla="*/ 299 w 6446999"/>
              <a:gd name="connsiteY7" fmla="*/ 139604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46999" h="6858000">
                <a:moveTo>
                  <a:pt x="2513726" y="0"/>
                </a:moveTo>
                <a:lnTo>
                  <a:pt x="4301949" y="0"/>
                </a:lnTo>
                <a:lnTo>
                  <a:pt x="6446999" y="1338386"/>
                </a:lnTo>
                <a:lnTo>
                  <a:pt x="6446999" y="5624376"/>
                </a:lnTo>
                <a:lnTo>
                  <a:pt x="4342124" y="6858000"/>
                </a:lnTo>
                <a:lnTo>
                  <a:pt x="2553921" y="6858000"/>
                </a:lnTo>
                <a:lnTo>
                  <a:pt x="661" y="5339864"/>
                </a:lnTo>
                <a:cubicBezTo>
                  <a:pt x="-1473" y="4048155"/>
                  <a:pt x="2433" y="2687753"/>
                  <a:pt x="299" y="1396044"/>
                </a:cubicBezTo>
                <a:close/>
              </a:path>
            </a:pathLst>
          </a:custGeom>
        </p:spPr>
      </p:pic>
      <p:sp>
        <p:nvSpPr>
          <p:cNvPr id="5" name="Slide Number Placeholder 4">
            <a:extLst>
              <a:ext uri="{FF2B5EF4-FFF2-40B4-BE49-F238E27FC236}">
                <a16:creationId xmlns:a16="http://schemas.microsoft.com/office/drawing/2014/main" id="{73CABA36-2772-06B8-2001-5629D4C9022E}"/>
              </a:ext>
            </a:extLst>
          </p:cNvPr>
          <p:cNvSpPr>
            <a:spLocks noGrp="1"/>
          </p:cNvSpPr>
          <p:nvPr>
            <p:ph type="sldNum" sz="quarter" idx="53"/>
          </p:nvPr>
        </p:nvSpPr>
        <p:spPr/>
        <p:txBody>
          <a:bodyPr/>
          <a:lstStyle/>
          <a:p>
            <a:fld id="{47FEACEE-25B4-4A2D-B147-27296E36371D}" type="slidenum">
              <a:rPr lang="en-US" altLang="zh-CN" noProof="0" smtClean="0"/>
              <a:pPr/>
              <a:t>8</a:t>
            </a:fld>
            <a:endParaRPr lang="en-US" altLang="zh-CN" noProof="0" dirty="0"/>
          </a:p>
        </p:txBody>
      </p:sp>
    </p:spTree>
    <p:extLst>
      <p:ext uri="{BB962C8B-B14F-4D97-AF65-F5344CB8AC3E}">
        <p14:creationId xmlns:p14="http://schemas.microsoft.com/office/powerpoint/2010/main" val="35611900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721E73BA-53B9-C0C1-476A-00736A64AB79}"/>
              </a:ext>
            </a:extLst>
          </p:cNvPr>
          <p:cNvSpPr>
            <a:spLocks noGrp="1"/>
          </p:cNvSpPr>
          <p:nvPr>
            <p:ph type="title"/>
          </p:nvPr>
        </p:nvSpPr>
        <p:spPr>
          <a:xfrm>
            <a:off x="3465576" y="118872"/>
            <a:ext cx="7955280" cy="1335024"/>
          </a:xfrm>
        </p:spPr>
        <p:txBody>
          <a:bodyPr anchor="b" anchorCtr="0"/>
          <a:lstStyle/>
          <a:p>
            <a:r>
              <a:rPr lang="en-US" dirty="0"/>
              <a:t>Sources</a:t>
            </a:r>
          </a:p>
        </p:txBody>
      </p:sp>
      <p:sp>
        <p:nvSpPr>
          <p:cNvPr id="14" name="Text Placeholder 13">
            <a:extLst>
              <a:ext uri="{FF2B5EF4-FFF2-40B4-BE49-F238E27FC236}">
                <a16:creationId xmlns:a16="http://schemas.microsoft.com/office/drawing/2014/main" id="{C78180D0-1AB6-8416-0EB1-10648E1A6050}"/>
              </a:ext>
            </a:extLst>
          </p:cNvPr>
          <p:cNvSpPr>
            <a:spLocks noGrp="1"/>
          </p:cNvSpPr>
          <p:nvPr>
            <p:ph idx="14"/>
          </p:nvPr>
        </p:nvSpPr>
        <p:spPr>
          <a:xfrm>
            <a:off x="3465576" y="1453896"/>
            <a:ext cx="7095744" cy="3108960"/>
          </a:xfrm>
        </p:spPr>
        <p:txBody>
          <a:bodyPr>
            <a:normAutofit fontScale="92500" lnSpcReduction="20000"/>
          </a:bodyPr>
          <a:lstStyle/>
          <a:p>
            <a:pPr marL="0" indent="0">
              <a:buNone/>
            </a:pPr>
            <a:r>
              <a:rPr lang="en-US" dirty="0"/>
              <a:t>Atlassian. (n.d.). </a:t>
            </a:r>
            <a:r>
              <a:rPr lang="en-US" i="1" dirty="0"/>
              <a:t>DevOps: The challenges</a:t>
            </a:r>
            <a:r>
              <a:rPr lang="en-US" dirty="0"/>
              <a:t>. DevOps: The challenges | Success Central. https://success.atlassian.com/solution-paths/solution-guides/devops-solution-overview-guide/devops-the-challenges </a:t>
            </a:r>
          </a:p>
          <a:p>
            <a:pPr marL="0" indent="0">
              <a:buNone/>
            </a:pPr>
            <a:r>
              <a:rPr lang="en-US" dirty="0" err="1"/>
              <a:t>Ironhack</a:t>
            </a:r>
            <a:r>
              <a:rPr lang="en-US" dirty="0"/>
              <a:t>. (n.d.). </a:t>
            </a:r>
            <a:r>
              <a:rPr lang="en-US" i="1" dirty="0"/>
              <a:t>DevOps Culture: Automation and Human Practices</a:t>
            </a:r>
            <a:r>
              <a:rPr lang="en-US" dirty="0"/>
              <a:t>. https://www.ironhack.com/us/blog/devops-culture-automation-and-human-practices </a:t>
            </a:r>
          </a:p>
          <a:p>
            <a:pPr marL="0" indent="0">
              <a:buNone/>
            </a:pPr>
            <a:r>
              <a:rPr lang="en-US" dirty="0"/>
              <a:t>Shorrock, S. (2025, October 30). </a:t>
            </a:r>
            <a:r>
              <a:rPr lang="en-US" i="1" dirty="0"/>
              <a:t>Why is it just so difficult? barriers to “just culture” in the real world</a:t>
            </a:r>
            <a:r>
              <a:rPr lang="en-US" dirty="0"/>
              <a:t>. Humanistic Systems. https://humanisticsystems.com/2023/10/18/why-is-it-just-so-difficult-barriers-to-just-culture-in-the-real-world/#:~:text=Personal%20and%20Social%20Barriers&amp;text=When%20it%20comes%20to%20justice,as%20such;%20it%27s%20an%20agreement. </a:t>
            </a:r>
          </a:p>
          <a:p>
            <a:pPr marL="0" indent="0">
              <a:buNone/>
            </a:pPr>
            <a:endParaRPr lang="en-US" dirty="0"/>
          </a:p>
        </p:txBody>
      </p:sp>
      <p:sp>
        <p:nvSpPr>
          <p:cNvPr id="2" name="Slide Number Placeholder 1">
            <a:extLst>
              <a:ext uri="{FF2B5EF4-FFF2-40B4-BE49-F238E27FC236}">
                <a16:creationId xmlns:a16="http://schemas.microsoft.com/office/drawing/2014/main" id="{B2E4D147-B48C-ADE3-3FEF-627D467699A2}"/>
              </a:ext>
            </a:extLst>
          </p:cNvPr>
          <p:cNvSpPr>
            <a:spLocks noGrp="1"/>
          </p:cNvSpPr>
          <p:nvPr>
            <p:ph type="sldNum" sz="quarter" idx="40"/>
          </p:nvPr>
        </p:nvSpPr>
        <p:spPr>
          <a:xfrm>
            <a:off x="11194169" y="6217920"/>
            <a:ext cx="458592" cy="365125"/>
          </a:xfrm>
        </p:spPr>
        <p:txBody>
          <a:bodyPr/>
          <a:lstStyle/>
          <a:p>
            <a:fld id="{47FEACEE-25B4-4A2D-B147-27296E36371D}" type="slidenum">
              <a:rPr lang="en-US" altLang="zh-CN" noProof="0" smtClean="0"/>
              <a:pPr/>
              <a:t>9</a:t>
            </a:fld>
            <a:endParaRPr lang="en-US" altLang="zh-CN" noProof="0" dirty="0"/>
          </a:p>
        </p:txBody>
      </p:sp>
      <p:sp>
        <p:nvSpPr>
          <p:cNvPr id="15" name="Slide Number Placeholder 13">
            <a:extLst>
              <a:ext uri="{FF2B5EF4-FFF2-40B4-BE49-F238E27FC236}">
                <a16:creationId xmlns:a16="http://schemas.microsoft.com/office/drawing/2014/main" id="{55AB7753-4245-72E4-BEDB-33038672BA35}"/>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9</a:t>
            </a:fld>
            <a:endParaRPr kumimoji="0" lang="en-US" altLang="zh-CN" sz="1200" u="none" strike="noStrike" kern="1200" cap="none" spc="0" normalizeH="0" baseline="0" dirty="0">
              <a:ln>
                <a:noFill/>
              </a:ln>
              <a:solidFill>
                <a:schemeClr val="bg1"/>
              </a:solidFill>
              <a:effectLst/>
              <a:uLnTx/>
              <a:uFillTx/>
            </a:endParaRPr>
          </a:p>
        </p:txBody>
      </p:sp>
    </p:spTree>
    <p:extLst>
      <p:ext uri="{BB962C8B-B14F-4D97-AF65-F5344CB8AC3E}">
        <p14:creationId xmlns:p14="http://schemas.microsoft.com/office/powerpoint/2010/main" val="25197270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23">
            <a:extLst>
              <a:ext uri="{FF2B5EF4-FFF2-40B4-BE49-F238E27FC236}">
                <a16:creationId xmlns:a16="http://schemas.microsoft.com/office/drawing/2014/main" id="{AD2C8D04-263D-9589-1CFF-A5968D7C33D7}"/>
              </a:ext>
            </a:extLst>
          </p:cNvPr>
          <p:cNvSpPr>
            <a:spLocks noGrp="1"/>
          </p:cNvSpPr>
          <p:nvPr>
            <p:ph type="title"/>
          </p:nvPr>
        </p:nvSpPr>
        <p:spPr>
          <a:xfrm>
            <a:off x="6035040" y="731520"/>
            <a:ext cx="5394960" cy="2103120"/>
          </a:xfrm>
        </p:spPr>
        <p:txBody>
          <a:bodyPr/>
          <a:lstStyle/>
          <a:p>
            <a:r>
              <a:rPr lang="en-US" dirty="0"/>
              <a:t>Thank you</a:t>
            </a:r>
          </a:p>
        </p:txBody>
      </p:sp>
      <p:sp>
        <p:nvSpPr>
          <p:cNvPr id="25" name="Text Placeholder 24">
            <a:extLst>
              <a:ext uri="{FF2B5EF4-FFF2-40B4-BE49-F238E27FC236}">
                <a16:creationId xmlns:a16="http://schemas.microsoft.com/office/drawing/2014/main" id="{B993E4D5-4AD0-4740-096D-6822944C8FF6}"/>
              </a:ext>
            </a:extLst>
          </p:cNvPr>
          <p:cNvSpPr>
            <a:spLocks noGrp="1"/>
          </p:cNvSpPr>
          <p:nvPr>
            <p:ph type="body" sz="quarter" idx="27"/>
          </p:nvPr>
        </p:nvSpPr>
        <p:spPr>
          <a:xfrm>
            <a:off x="6035040" y="3108960"/>
            <a:ext cx="5394960" cy="1879791"/>
          </a:xfrm>
        </p:spPr>
        <p:txBody>
          <a:bodyPr/>
          <a:lstStyle/>
          <a:p>
            <a:r>
              <a:rPr lang="en-US" dirty="0"/>
              <a:t>Zac Baker</a:t>
            </a:r>
          </a:p>
        </p:txBody>
      </p:sp>
    </p:spTree>
    <p:extLst>
      <p:ext uri="{BB962C8B-B14F-4D97-AF65-F5344CB8AC3E}">
        <p14:creationId xmlns:p14="http://schemas.microsoft.com/office/powerpoint/2010/main" val="529279411"/>
      </p:ext>
    </p:extLst>
  </p:cSld>
  <p:clrMapOvr>
    <a:masterClrMapping/>
  </p:clrMapOvr>
</p:sld>
</file>

<file path=ppt/theme/theme1.xml><?xml version="1.0" encoding="utf-8"?>
<a:theme xmlns:a="http://schemas.openxmlformats.org/drawingml/2006/main" name="Custom">
  <a:themeElements>
    <a:clrScheme name="Custom 7">
      <a:dk1>
        <a:srgbClr val="000000"/>
      </a:dk1>
      <a:lt1>
        <a:srgbClr val="FFFFFF"/>
      </a:lt1>
      <a:dk2>
        <a:srgbClr val="0F253E"/>
      </a:dk2>
      <a:lt2>
        <a:srgbClr val="E7E6E6"/>
      </a:lt2>
      <a:accent1>
        <a:srgbClr val="4472C4"/>
      </a:accent1>
      <a:accent2>
        <a:srgbClr val="B83903"/>
      </a:accent2>
      <a:accent3>
        <a:srgbClr val="75262A"/>
      </a:accent3>
      <a:accent4>
        <a:srgbClr val="F79320"/>
      </a:accent4>
      <a:accent5>
        <a:srgbClr val="44668D"/>
      </a:accent5>
      <a:accent6>
        <a:srgbClr val="0F253E"/>
      </a:accent6>
      <a:hlink>
        <a:srgbClr val="AEC0D9"/>
      </a:hlink>
      <a:folHlink>
        <a:srgbClr val="B83903"/>
      </a:folHlink>
    </a:clrScheme>
    <a:fontScheme name="Custom 16">
      <a:majorFont>
        <a:latin typeface="Posterama"/>
        <a:ea typeface=""/>
        <a:cs typeface=""/>
      </a:majorFont>
      <a:minorFont>
        <a:latin typeface="Abad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lstStyle>
        <a:defPPr marL="0" indent="0" algn="ctr">
          <a:lnSpc>
            <a:spcPct val="100000"/>
          </a:lnSpc>
          <a:spcBef>
            <a:spcPts val="0"/>
          </a:spcBef>
          <a:buFontTx/>
          <a:buNone/>
          <a:defRPr sz="1800" smtClean="0">
            <a:solidFill>
              <a:prstClr val="white"/>
            </a:solidFill>
            <a:latin typeface="Posterama" panose="020B0504020200020000" pitchFamily="34" charset="0"/>
            <a:ea typeface="微软雅黑"/>
            <a:cs typeface="Posterama" panose="020B0504020200020000" pitchFamily="34" charset="0"/>
          </a:defRPr>
        </a:defPPr>
      </a:lstStyle>
    </a:txDef>
  </a:objectDefaults>
  <a:extraClrSchemeLst/>
  <a:extLst>
    <a:ext uri="{05A4C25C-085E-4340-85A3-A5531E510DB2}">
      <thm15:themeFamily xmlns:thm15="http://schemas.microsoft.com/office/thememl/2012/main" name="TM9027928_win32_EF_v4" id="{FA821E7E-D625-4DCD-A30E-3216B54C8383}" vid="{DE28BE6C-8054-44B2-A92D-A1CAFC256BDB}"/>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B0009351-EDD4-484E-ACD6-D50CCB137637}">
  <ds:schemaRefs>
    <ds:schemaRef ds:uri="http://schemas.microsoft.com/sharepoint/v3/contenttype/forms"/>
  </ds:schemaRefs>
</ds:datastoreItem>
</file>

<file path=customXml/itemProps2.xml><?xml version="1.0" encoding="utf-8"?>
<ds:datastoreItem xmlns:ds="http://schemas.openxmlformats.org/officeDocument/2006/customXml" ds:itemID="{79897CAE-455D-42C9-A951-0C21BC12254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8DB3C62-858A-4A01-AFEF-21E0BB8CE26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Hexagon presentation dark</Template>
  <TotalTime>77</TotalTime>
  <Words>874</Words>
  <Application>Microsoft Office PowerPoint</Application>
  <PresentationFormat>Widescreen</PresentationFormat>
  <Paragraphs>56</Paragraphs>
  <Slides>10</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等线</vt:lpstr>
      <vt:lpstr>Abadi</vt:lpstr>
      <vt:lpstr>Arial</vt:lpstr>
      <vt:lpstr>Calibri</vt:lpstr>
      <vt:lpstr>Posterama</vt:lpstr>
      <vt:lpstr>Posterama Text SemiBold</vt:lpstr>
      <vt:lpstr>Custom</vt:lpstr>
      <vt:lpstr>A Just Culture</vt:lpstr>
      <vt:lpstr>Agenda </vt:lpstr>
      <vt:lpstr>Culture of Just  Humans</vt:lpstr>
      <vt:lpstr>Making Mistakes</vt:lpstr>
      <vt:lpstr>Just So Challenging</vt:lpstr>
      <vt:lpstr>Challenges</vt:lpstr>
      <vt:lpstr>Just the Steps</vt:lpstr>
      <vt:lpstr>Positive Steps</vt:lpstr>
      <vt:lpstr>Sources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zachary baker</dc:creator>
  <cp:lastModifiedBy>zachary baker</cp:lastModifiedBy>
  <cp:revision>24</cp:revision>
  <dcterms:created xsi:type="dcterms:W3CDTF">2026-03-02T02:03:09Z</dcterms:created>
  <dcterms:modified xsi:type="dcterms:W3CDTF">2026-03-02T03:20:45Z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