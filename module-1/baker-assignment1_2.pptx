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handoutMasterIdLst>
    <p:handoutMasterId r:id="rId19"/>
  </p:handoutMasterIdLst>
  <p:sldIdLst>
    <p:sldId id="292" r:id="rId5"/>
    <p:sldId id="299" r:id="rId6"/>
    <p:sldId id="297" r:id="rId7"/>
    <p:sldId id="261" r:id="rId8"/>
    <p:sldId id="301" r:id="rId9"/>
    <p:sldId id="279" r:id="rId10"/>
    <p:sldId id="269" r:id="rId11"/>
    <p:sldId id="302" r:id="rId12"/>
    <p:sldId id="303" r:id="rId13"/>
    <p:sldId id="304" r:id="rId14"/>
    <p:sldId id="306" r:id="rId15"/>
    <p:sldId id="295" r:id="rId16"/>
    <p:sldId id="289"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4400"/>
    <a:srgbClr val="446992"/>
    <a:srgbClr val="AEC2D8"/>
    <a:srgbClr val="98432A"/>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1961" autoAdjust="0"/>
  </p:normalViewPr>
  <p:slideViewPr>
    <p:cSldViewPr snapToGrid="0" showGuides="1">
      <p:cViewPr varScale="1">
        <p:scale>
          <a:sx n="90" d="100"/>
          <a:sy n="90" d="100"/>
        </p:scale>
        <p:origin x="1392" y="96"/>
      </p:cViewPr>
      <p:guideLst>
        <p:guide orient="horz" pos="1536"/>
        <p:guide pos="312"/>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1/18/2026</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0D2594CA-29C5-062F-2EA7-C593B096C6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9" name="Slide Image Placeholder 8">
            <a:extLst>
              <a:ext uri="{FF2B5EF4-FFF2-40B4-BE49-F238E27FC236}">
                <a16:creationId xmlns:a16="http://schemas.microsoft.com/office/drawing/2014/main" id="{E04BB896-BA64-B358-A066-15B96D23BC8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a:extLst>
              <a:ext uri="{FF2B5EF4-FFF2-40B4-BE49-F238E27FC236}">
                <a16:creationId xmlns:a16="http://schemas.microsoft.com/office/drawing/2014/main" id="{5EFA2818-7747-F326-294F-EEAC9BEF6EB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11" name="Date Placeholder 10">
            <a:extLst>
              <a:ext uri="{FF2B5EF4-FFF2-40B4-BE49-F238E27FC236}">
                <a16:creationId xmlns:a16="http://schemas.microsoft.com/office/drawing/2014/main" id="{6B76E0F0-B7F9-756A-3EA4-2114B75370E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CF20C-6BCC-41A4-8C16-5A346425718D}" type="datetimeFigureOut">
              <a:rPr lang="en-US" smtClean="0"/>
              <a:t>1/18/2026</a:t>
            </a:fld>
            <a:endParaRPr lang="en-US" dirty="0"/>
          </a:p>
        </p:txBody>
      </p:sp>
      <p:sp>
        <p:nvSpPr>
          <p:cNvPr id="12" name="Notes Placeholder 11">
            <a:extLst>
              <a:ext uri="{FF2B5EF4-FFF2-40B4-BE49-F238E27FC236}">
                <a16:creationId xmlns:a16="http://schemas.microsoft.com/office/drawing/2014/main" id="{5161C21F-108C-0F07-CDDD-AFB8DDBF694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507CBA7-2A1E-725E-35DA-D1CFF08EC633}"/>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0679C-80C7-4E7D-9614-ABA41C5B2858}" type="slidenum">
              <a:rPr lang="en-US" smtClean="0"/>
              <a:t>‹#›</a:t>
            </a:fld>
            <a:endParaRPr lang="en-US" dirty="0"/>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68159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Technology Value Stream is an end-to-end process, starting from the first customer or client and ends with the delivery of a finished product. The process helps establish requirements, bottlenecks, highlight focus areas, and other specifications early on well before starting the development process. Creating a well-established plan early helps the development and deployment processes proceed smoothly since most pitfalls and shortcomings will already have been addressed. This helps specific teams understand their part in the project which helps with increased efficient and visibility as teams will understand their part and those around them. </a:t>
            </a:r>
          </a:p>
        </p:txBody>
      </p:sp>
      <p:sp>
        <p:nvSpPr>
          <p:cNvPr id="4" name="Slide Number Placeholder 3"/>
          <p:cNvSpPr>
            <a:spLocks noGrp="1"/>
          </p:cNvSpPr>
          <p:nvPr>
            <p:ph type="sldNum" sz="quarter" idx="5"/>
          </p:nvPr>
        </p:nvSpPr>
        <p:spPr/>
        <p:txBody>
          <a:bodyPr/>
          <a:lstStyle/>
          <a:p>
            <a:fld id="{D060679C-80C7-4E7D-9614-ABA41C5B2858}" type="slidenum">
              <a:rPr lang="en-US" smtClean="0"/>
              <a:t>4</a:t>
            </a:fld>
            <a:endParaRPr lang="en-US" dirty="0"/>
          </a:p>
        </p:txBody>
      </p:sp>
    </p:spTree>
    <p:extLst>
      <p:ext uri="{BB962C8B-B14F-4D97-AF65-F5344CB8AC3E}">
        <p14:creationId xmlns:p14="http://schemas.microsoft.com/office/powerpoint/2010/main" val="33257008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Understanding where and how time is spent during the process is important. The lead time is the time it takes from receiving the task or project idea from the customer until it is finished. This counts for planning and processing requirements and specifications, development, and deployment. Process time is the time the development process takes, generally speaking. This is when the work actually starts on the project and finishes when the finished product is then released.</a:t>
            </a:r>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6</a:t>
            </a:fld>
            <a:endParaRPr lang="en-US" altLang="zh-CN" dirty="0"/>
          </a:p>
        </p:txBody>
      </p:sp>
    </p:spTree>
    <p:extLst>
      <p:ext uri="{BB962C8B-B14F-4D97-AF65-F5344CB8AC3E}">
        <p14:creationId xmlns:p14="http://schemas.microsoft.com/office/powerpoint/2010/main" val="28809061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AACBC-36D3-0551-E7BE-7F75A59392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28D222-8914-E1CF-10F1-60F8345790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40E078-8D9B-F1FE-5A40-7A987656040D}"/>
              </a:ext>
            </a:extLst>
          </p:cNvPr>
          <p:cNvSpPr>
            <a:spLocks noGrp="1"/>
          </p:cNvSpPr>
          <p:nvPr>
            <p:ph type="body" idx="1"/>
          </p:nvPr>
        </p:nvSpPr>
        <p:spPr/>
        <p:txBody>
          <a:bodyPr/>
          <a:lstStyle/>
          <a:p>
            <a:r>
              <a:rPr lang="en-US" dirty="0"/>
              <a:t>The common scenario is when an overcomplex system detracts from the efficiency of the lead time. Time should be spent as efficiently as possible, ensuring that tasks are being mapped out and completed in an orderly fashion. When teams are overlapping or overreaching their bounds, this can create issues for the rest of the other teams. Each team has their task to complete in which it helps the other teams. I.e. the front end and back end team should be focusing on separate tasks. Mapping out time spent from the start directly helps with falling into the common scenario pitfall. Effective communication between teams and team members aid in the visibility and transparency between tasks.</a:t>
            </a:r>
          </a:p>
        </p:txBody>
      </p:sp>
      <p:sp>
        <p:nvSpPr>
          <p:cNvPr id="4" name="Slide Number Placeholder 3">
            <a:extLst>
              <a:ext uri="{FF2B5EF4-FFF2-40B4-BE49-F238E27FC236}">
                <a16:creationId xmlns:a16="http://schemas.microsoft.com/office/drawing/2014/main" id="{A8D1AD21-516F-8C1F-B4B9-685C86531AC3}"/>
              </a:ext>
            </a:extLst>
          </p:cNvPr>
          <p:cNvSpPr>
            <a:spLocks noGrp="1"/>
          </p:cNvSpPr>
          <p:nvPr>
            <p:ph type="sldNum" sz="quarter" idx="5"/>
          </p:nvPr>
        </p:nvSpPr>
        <p:spPr/>
        <p:txBody>
          <a:bodyPr/>
          <a:lstStyle/>
          <a:p>
            <a:fld id="{D060679C-80C7-4E7D-9614-ABA41C5B2858}" type="slidenum">
              <a:rPr lang="en-US" smtClean="0"/>
              <a:t>9</a:t>
            </a:fld>
            <a:endParaRPr lang="en-US" dirty="0"/>
          </a:p>
        </p:txBody>
      </p:sp>
    </p:spTree>
    <p:extLst>
      <p:ext uri="{BB962C8B-B14F-4D97-AF65-F5344CB8AC3E}">
        <p14:creationId xmlns:p14="http://schemas.microsoft.com/office/powerpoint/2010/main" val="29370650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DD060-667F-BE5C-CC92-C91B078073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6CBEC8-6EAB-ECA8-529E-4FFF8485B8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538FCB-258D-9ED3-9C33-E8BE672F5647}"/>
              </a:ext>
            </a:extLst>
          </p:cNvPr>
          <p:cNvSpPr>
            <a:spLocks noGrp="1"/>
          </p:cNvSpPr>
          <p:nvPr>
            <p:ph type="body" idx="1"/>
          </p:nvPr>
        </p:nvSpPr>
        <p:spPr/>
        <p:txBody>
          <a:bodyPr/>
          <a:lstStyle/>
          <a:p>
            <a:r>
              <a:rPr lang="en-US" dirty="0"/>
              <a:t>The ideal circumstance is one in which developers and other teams are empowered with their individuality paired with a process and system that streamlines the process. Development leads should be able to give prompt and direct feedback to members constantly which gives them the required information on what is going on or what needs to change. Communication is key when it comes to expressing ideas from team to team or within a team. Proper implementation of version control helps with ensuring that code is being testing independently from the main branch and ensures the proper function when merged together. Ensuring for a higher success rate prevents the need to constantly backtrack which directly hinders any progress made. Small teams create the biggest impact on projects. Keeping the teams small ensures that proper oversight can be given but still allow for them to individually come up with solutions while following feedback and specifications. Efficiency is important when it comes to the ideal circumstance as progress should always be forward, not backwards.</a:t>
            </a:r>
          </a:p>
        </p:txBody>
      </p:sp>
      <p:sp>
        <p:nvSpPr>
          <p:cNvPr id="4" name="Slide Number Placeholder 3">
            <a:extLst>
              <a:ext uri="{FF2B5EF4-FFF2-40B4-BE49-F238E27FC236}">
                <a16:creationId xmlns:a16="http://schemas.microsoft.com/office/drawing/2014/main" id="{836E1125-0ABE-9B96-F4A8-CB82074DAF70}"/>
              </a:ext>
            </a:extLst>
          </p:cNvPr>
          <p:cNvSpPr>
            <a:spLocks noGrp="1"/>
          </p:cNvSpPr>
          <p:nvPr>
            <p:ph type="sldNum" sz="quarter" idx="5"/>
          </p:nvPr>
        </p:nvSpPr>
        <p:spPr/>
        <p:txBody>
          <a:bodyPr/>
          <a:lstStyle/>
          <a:p>
            <a:fld id="{D060679C-80C7-4E7D-9614-ABA41C5B2858}" type="slidenum">
              <a:rPr lang="en-US" smtClean="0"/>
              <a:t>11</a:t>
            </a:fld>
            <a:endParaRPr lang="en-US" dirty="0"/>
          </a:p>
        </p:txBody>
      </p:sp>
    </p:spTree>
    <p:extLst>
      <p:ext uri="{BB962C8B-B14F-4D97-AF65-F5344CB8AC3E}">
        <p14:creationId xmlns:p14="http://schemas.microsoft.com/office/powerpoint/2010/main" val="39448516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12</a:t>
            </a:fld>
            <a:endParaRPr lang="en-US" altLang="zh-CN" dirty="0"/>
          </a:p>
        </p:txBody>
      </p:sp>
    </p:spTree>
    <p:extLst>
      <p:ext uri="{BB962C8B-B14F-4D97-AF65-F5344CB8AC3E}">
        <p14:creationId xmlns:p14="http://schemas.microsoft.com/office/powerpoint/2010/main" val="24243314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13</a:t>
            </a:fld>
            <a:endParaRPr lang="en-US" altLang="zh-CN" noProof="0" dirty="0"/>
          </a:p>
        </p:txBody>
      </p:sp>
    </p:spTree>
    <p:extLst>
      <p:ext uri="{BB962C8B-B14F-4D97-AF65-F5344CB8AC3E}">
        <p14:creationId xmlns:p14="http://schemas.microsoft.com/office/powerpoint/2010/main" val="11818200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6"/>
        </a:solidFill>
        <a:effectLst/>
      </p:bgPr>
    </p:bg>
    <p:spTree>
      <p:nvGrpSpPr>
        <p:cNvPr id="1" name=""/>
        <p:cNvGrpSpPr/>
        <p:nvPr/>
      </p:nvGrpSpPr>
      <p:grpSpPr>
        <a:xfrm>
          <a:off x="0" y="0"/>
          <a:ext cx="0" cy="0"/>
          <a:chOff x="0" y="0"/>
          <a:chExt cx="0" cy="0"/>
        </a:xfrm>
      </p:grpSpPr>
      <p:pic>
        <p:nvPicPr>
          <p:cNvPr id="13" name="Shape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2" name="Shape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4292" y="731520"/>
            <a:ext cx="5029200" cy="3291840"/>
          </a:xfrm>
        </p:spPr>
        <p:txBody>
          <a:bodyPr anchor="b">
            <a:normAutofit/>
          </a:bodyPr>
          <a:lstStyle>
            <a:lvl1pPr>
              <a:defRPr sz="4800"/>
            </a:lvl1p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168533"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0894" y="4172084"/>
            <a:ext cx="4912598" cy="914400"/>
          </a:xfrm>
          <a:prstGeom prst="rect">
            <a:avLst/>
          </a:prstGeom>
        </p:spPr>
        <p:txBody>
          <a:bodyPr>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914400" y="3429000"/>
            <a:ext cx="4206240" cy="2377440"/>
          </a:xfrm>
        </p:spPr>
        <p:txBody>
          <a:bodyPr anchor="t">
            <a:noAutofit/>
          </a:bodyPr>
          <a:lstStyle>
            <a:lvl1pPr>
              <a:defRPr sz="3600"/>
            </a:lvl1pPr>
          </a:lstStyle>
          <a:p>
            <a:r>
              <a:rPr lang="en-US" noProof="0"/>
              <a:t>Click to edit Master title style</a:t>
            </a:r>
            <a:endParaRPr lang="en-US" noProof="0" dirty="0"/>
          </a:p>
        </p:txBody>
      </p:sp>
      <p:sp>
        <p:nvSpPr>
          <p:cNvPr id="6" name="Content Placeholder 4">
            <a:extLst>
              <a:ext uri="{FF2B5EF4-FFF2-40B4-BE49-F238E27FC236}">
                <a16:creationId xmlns:a16="http://schemas.microsoft.com/office/drawing/2014/main" id="{73CCCCFD-E0FE-BDB7-CF9D-FCA345E6BA55}"/>
              </a:ext>
            </a:extLst>
          </p:cNvPr>
          <p:cNvSpPr>
            <a:spLocks noGrp="1"/>
          </p:cNvSpPr>
          <p:nvPr>
            <p:ph sz="quarter" idx="35"/>
          </p:nvPr>
        </p:nvSpPr>
        <p:spPr>
          <a:xfrm>
            <a:off x="5394325" y="3429000"/>
            <a:ext cx="3475038" cy="2378075"/>
          </a:xfrm>
        </p:spPr>
        <p:txBody>
          <a:bodyPr anchor="ctr"/>
          <a:lstStyle>
            <a:lvl1pPr marL="347472">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p:txBody>
          <a:bodyPr/>
          <a:lstStyle/>
          <a:p>
            <a:endParaRPr lang="en-US" noProof="0"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p:txBody>
          <a:bodyPr/>
          <a:lstStyle/>
          <a:p>
            <a:fld id="{47FEACEE-25B4-4A2D-B147-27296E36371D}" type="slidenum">
              <a:rPr lang="en-US" altLang="zh-CN" noProof="0" smtClean="0"/>
              <a:pPr/>
              <a:t>‹#›</a:t>
            </a:fld>
            <a:endParaRPr lang="en-US" altLang="zh-CN" noProof="0" dirty="0"/>
          </a:p>
        </p:txBody>
      </p:sp>
      <p:sp>
        <p:nvSpPr>
          <p:cNvPr id="8" name="Freeform 7">
            <a:extLst>
              <a:ext uri="{FF2B5EF4-FFF2-40B4-BE49-F238E27FC236}">
                <a16:creationId xmlns:a16="http://schemas.microsoft.com/office/drawing/2014/main" id="{24C8F37E-3F74-F3FA-C9D8-7083DF2BBECC}"/>
              </a:ext>
            </a:extLst>
          </p:cNvPr>
          <p:cNvSpPr/>
          <p:nvPr userDrawn="1"/>
        </p:nvSpPr>
        <p:spPr>
          <a:xfrm>
            <a:off x="7325349"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FB905CE6-1C2F-E053-4D14-6B86F4EFDC10}"/>
              </a:ext>
            </a:extLst>
          </p:cNvPr>
          <p:cNvSpPr/>
          <p:nvPr userDrawn="1"/>
        </p:nvSpPr>
        <p:spPr>
          <a:xfrm>
            <a:off x="9416816"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0B2D3BF4-495E-23C2-9911-15BC9E0D8EA7}"/>
              </a:ext>
            </a:extLst>
          </p:cNvPr>
          <p:cNvSpPr/>
          <p:nvPr userDrawn="1"/>
        </p:nvSpPr>
        <p:spPr>
          <a:xfrm>
            <a:off x="1571157" y="505838"/>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8" name="Freeform 17">
            <a:extLst>
              <a:ext uri="{FF2B5EF4-FFF2-40B4-BE49-F238E27FC236}">
                <a16:creationId xmlns:a16="http://schemas.microsoft.com/office/drawing/2014/main" id="{62629C19-89EB-BC19-9230-7F7675E16EFF}"/>
              </a:ext>
            </a:extLst>
          </p:cNvPr>
          <p:cNvSpPr/>
          <p:nvPr userDrawn="1"/>
        </p:nvSpPr>
        <p:spPr>
          <a:xfrm>
            <a:off x="521034"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143481105"/>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5998464" y="731520"/>
            <a:ext cx="5029200" cy="3291840"/>
          </a:xfrm>
        </p:spPr>
        <p:txBody>
          <a:bodyPr anchor="b">
            <a:normAutofit/>
          </a:bodyPr>
          <a:lstStyle/>
          <a:p>
            <a:r>
              <a:rPr lang="en-US" noProof="0"/>
              <a:t>Click to edit Master title style</a:t>
            </a:r>
            <a:endParaRPr lang="en-US" noProof="0" dirty="0"/>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6117336" y="4172084"/>
            <a:ext cx="4910328" cy="1005840"/>
          </a:xfrm>
          <a:prstGeom prst="rect">
            <a:avLst/>
          </a:prstGeom>
        </p:spPr>
        <p:txBody>
          <a:bodyPr>
            <a:normAutofit/>
          </a:bodyPr>
          <a:lstStyle>
            <a:lvl1pPr marL="0" indent="0">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2" name="Freeform: Shape 5">
            <a:extLst>
              <a:ext uri="{FF2B5EF4-FFF2-40B4-BE49-F238E27FC236}">
                <a16:creationId xmlns:a16="http://schemas.microsoft.com/office/drawing/2014/main" id="{B17C1EC9-3787-8D41-B5F1-BF16FD5C7ACB}"/>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4" name="Freeform: Shape 6">
            <a:extLst>
              <a:ext uri="{FF2B5EF4-FFF2-40B4-BE49-F238E27FC236}">
                <a16:creationId xmlns:a16="http://schemas.microsoft.com/office/drawing/2014/main" id="{E945D8B2-8BED-B43F-8D56-AB19D0D29970}"/>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noProof="0" dirty="0"/>
          </a:p>
        </p:txBody>
      </p:sp>
      <p:sp>
        <p:nvSpPr>
          <p:cNvPr id="5" name="Freeform: Shape 7">
            <a:extLst>
              <a:ext uri="{FF2B5EF4-FFF2-40B4-BE49-F238E27FC236}">
                <a16:creationId xmlns:a16="http://schemas.microsoft.com/office/drawing/2014/main" id="{3853EA5E-735A-20F3-684A-C0AD030EC2D4}"/>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6" name="Freeform: Shape 11">
            <a:extLst>
              <a:ext uri="{FF2B5EF4-FFF2-40B4-BE49-F238E27FC236}">
                <a16:creationId xmlns:a16="http://schemas.microsoft.com/office/drawing/2014/main" id="{75DB4848-0824-8316-ED27-44DF37AD6F3D}"/>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7" name="Straight Connector 2">
            <a:extLst>
              <a:ext uri="{FF2B5EF4-FFF2-40B4-BE49-F238E27FC236}">
                <a16:creationId xmlns:a16="http://schemas.microsoft.com/office/drawing/2014/main" id="{8784B377-2FE4-4091-C29F-46938ECFA73E}"/>
              </a:ext>
            </a:extLst>
          </p:cNvPr>
          <p:cNvCxnSpPr/>
          <p:nvPr userDrawn="1"/>
        </p:nvCxnSpPr>
        <p:spPr>
          <a:xfrm>
            <a:off x="5998709" y="4172084"/>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2612047778"/>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01">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E820F9CA-E84D-E159-524A-398712EC6AFE}"/>
              </a:ext>
            </a:extLst>
          </p:cNvPr>
          <p:cNvGrpSpPr/>
          <p:nvPr userDrawn="1"/>
        </p:nvGrpSpPr>
        <p:grpSpPr>
          <a:xfrm>
            <a:off x="879765" y="-10376"/>
            <a:ext cx="10794247" cy="1864808"/>
            <a:chOff x="879765" y="-10376"/>
            <a:chExt cx="10794247" cy="1864808"/>
          </a:xfrm>
        </p:grpSpPr>
        <p:sp>
          <p:nvSpPr>
            <p:cNvPr id="12" name="Freeform: Shape 12">
              <a:extLst>
                <a:ext uri="{FF2B5EF4-FFF2-40B4-BE49-F238E27FC236}">
                  <a16:creationId xmlns:a16="http://schemas.microsoft.com/office/drawing/2014/main" id="{7674207A-3643-0D40-E3B5-F11FCACBAA74}"/>
                </a:ext>
              </a:extLst>
            </p:cNvPr>
            <p:cNvSpPr/>
            <p:nvPr/>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Shape 12">
              <a:extLst>
                <a:ext uri="{FF2B5EF4-FFF2-40B4-BE49-F238E27FC236}">
                  <a16:creationId xmlns:a16="http://schemas.microsoft.com/office/drawing/2014/main" id="{9619B847-88FE-63C2-96AC-161C08F5934F}"/>
                </a:ext>
              </a:extLst>
            </p:cNvPr>
            <p:cNvSpPr/>
            <p:nvPr/>
          </p:nvSpPr>
          <p:spPr>
            <a:xfrm>
              <a:off x="5985740" y="345168"/>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8" name="Freeform 6">
              <a:extLst>
                <a:ext uri="{FF2B5EF4-FFF2-40B4-BE49-F238E27FC236}">
                  <a16:creationId xmlns:a16="http://schemas.microsoft.com/office/drawing/2014/main" id="{228172F9-6711-D31B-2F7B-A4ECDEAB360C}"/>
                </a:ext>
              </a:extLst>
            </p:cNvPr>
            <p:cNvSpPr/>
            <p:nvPr/>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a16="http://schemas.microsoft.com/office/drawing/2014/main" id="{1732E38F-F657-48F0-5783-63C7EDB52F87}"/>
                </a:ext>
              </a:extLst>
            </p:cNvPr>
            <p:cNvSpPr/>
            <p:nvPr/>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601F8F38-CEFA-8374-19C9-69BA4F7D10DF}"/>
                </a:ext>
              </a:extLst>
            </p:cNvPr>
            <p:cNvSpPr/>
            <p:nvPr/>
          </p:nvSpPr>
          <p:spPr>
            <a:xfrm>
              <a:off x="1610385"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1" name="Freeform 9">
              <a:extLst>
                <a:ext uri="{FF2B5EF4-FFF2-40B4-BE49-F238E27FC236}">
                  <a16:creationId xmlns:a16="http://schemas.microsoft.com/office/drawing/2014/main" id="{0659428E-002A-3B5E-D9E8-A2B206826D40}"/>
                </a:ext>
              </a:extLst>
            </p:cNvPr>
            <p:cNvSpPr/>
            <p:nvPr/>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F3F6BB30-EA63-53B6-1493-0B0220BC1FF8}"/>
                </a:ext>
              </a:extLst>
            </p:cNvPr>
            <p:cNvSpPr/>
            <p:nvPr/>
          </p:nvSpPr>
          <p:spPr>
            <a:xfrm>
              <a:off x="2336512"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3B6E5B6F-28D6-E7F3-B009-0B5623E38F22}"/>
                </a:ext>
              </a:extLst>
            </p:cNvPr>
            <p:cNvSpPr/>
            <p:nvPr/>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4817D92F-B8AA-2300-DC90-9AA1D5E54408}"/>
                </a:ext>
              </a:extLst>
            </p:cNvPr>
            <p:cNvSpPr/>
            <p:nvPr/>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2">
              <a:extLst>
                <a:ext uri="{FF2B5EF4-FFF2-40B4-BE49-F238E27FC236}">
                  <a16:creationId xmlns:a16="http://schemas.microsoft.com/office/drawing/2014/main" id="{F40AC1C2-6632-AEFE-E7DF-2E1BB06D857A}"/>
                </a:ext>
              </a:extLst>
            </p:cNvPr>
            <p:cNvSpPr/>
            <p:nvPr/>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grpSp>
      <p:sp>
        <p:nvSpPr>
          <p:cNvPr id="2" name="Title 1"/>
          <p:cNvSpPr>
            <a:spLocks noGrp="1"/>
          </p:cNvSpPr>
          <p:nvPr>
            <p:ph type="title"/>
          </p:nvPr>
        </p:nvSpPr>
        <p:spPr>
          <a:xfrm>
            <a:off x="914400" y="2487168"/>
            <a:ext cx="4572000" cy="3383280"/>
          </a:xfrm>
        </p:spPr>
        <p:txBody>
          <a:bodyPr anchor="t">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6217920" y="2487168"/>
            <a:ext cx="5029200" cy="338328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453787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with image">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3000" y="3200400"/>
            <a:ext cx="5029200" cy="2743200"/>
          </a:xfrm>
        </p:spPr>
        <p:txBody>
          <a:bodyPr anchor="t">
            <a:normAutofit/>
          </a:bodyPr>
          <a:lstStyle>
            <a:lvl1pPr>
              <a:defRPr sz="4800"/>
            </a:lvl1pPr>
          </a:lstStyle>
          <a:p>
            <a:r>
              <a:rPr lang="en-US" noProof="0"/>
              <a:t>Click to edit Master title style</a:t>
            </a:r>
            <a:endParaRPr lang="en-US" noProof="0" dirty="0"/>
          </a:p>
        </p:txBody>
      </p:sp>
      <p:pic>
        <p:nvPicPr>
          <p:cNvPr id="10" name="Picture Placeholder 31">
            <a:extLst>
              <a:ext uri="{FF2B5EF4-FFF2-40B4-BE49-F238E27FC236}">
                <a16:creationId xmlns:a16="http://schemas.microsoft.com/office/drawing/2014/main" id="{373D33A6-83B0-5538-2873-8856E4E60DC0}"/>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accent5">
              <a:alpha val="30000"/>
            </a:schemeClr>
          </a:solidFill>
        </p:spPr>
      </p:pic>
      <p:sp>
        <p:nvSpPr>
          <p:cNvPr id="7" name="Content placeholder 47">
            <a:extLst>
              <a:ext uri="{FF2B5EF4-FFF2-40B4-BE49-F238E27FC236}">
                <a16:creationId xmlns:a16="http://schemas.microsoft.com/office/drawing/2014/main" id="{3944D979-8121-82AA-A130-38072F1EA83F}"/>
              </a:ext>
            </a:extLst>
          </p:cNvPr>
          <p:cNvSpPr>
            <a:spLocks noGrp="1"/>
          </p:cNvSpPr>
          <p:nvPr>
            <p:ph type="pic" sz="quarter" idx="47" hasCustomPrompt="1"/>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1872" y="2240280"/>
            <a:ext cx="5029200" cy="760288"/>
          </a:xfrm>
          <a:prstGeom prst="rect">
            <a:avLst/>
          </a:prstGeom>
        </p:spPr>
        <p:txBody>
          <a:bodyPr anchor="b">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5" name="Freeform: Shape 25">
            <a:extLst>
              <a:ext uri="{FF2B5EF4-FFF2-40B4-BE49-F238E27FC236}">
                <a16:creationId xmlns:a16="http://schemas.microsoft.com/office/drawing/2014/main" id="{8A1DBD66-3066-DF70-EF94-95DF0D7A6503}"/>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Freeform: Shape 11">
            <a:extLst>
              <a:ext uri="{FF2B5EF4-FFF2-40B4-BE49-F238E27FC236}">
                <a16:creationId xmlns:a16="http://schemas.microsoft.com/office/drawing/2014/main" id="{D2CC929C-40BF-4EF5-7910-7F657CAF8CA9}"/>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9" name="Straight Connector 2">
            <a:extLst>
              <a:ext uri="{FF2B5EF4-FFF2-40B4-BE49-F238E27FC236}">
                <a16:creationId xmlns:a16="http://schemas.microsoft.com/office/drawing/2014/main" id="{66E94398-47F0-267C-6791-5C30B1CEF496}"/>
              </a:ext>
            </a:extLst>
          </p:cNvPr>
          <p:cNvCxnSpPr/>
          <p:nvPr userDrawn="1"/>
        </p:nvCxnSpPr>
        <p:spPr>
          <a:xfrm>
            <a:off x="1142663" y="2282891"/>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777926280"/>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914400" y="731520"/>
            <a:ext cx="4663440" cy="1737360"/>
          </a:xfrm>
          <a:prstGeom prst="rect">
            <a:avLst/>
          </a:prstGeom>
        </p:spPr>
        <p:txBody>
          <a:bodyPr vert="horz" lIns="91440" tIns="45720" rIns="91440" bIns="45720" rtlCol="0"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E7A93C-2947-B6E4-C693-7C485DDC0135}"/>
              </a:ext>
            </a:extLst>
          </p:cNvPr>
          <p:cNvSpPr>
            <a:spLocks noGrp="1"/>
          </p:cNvSpPr>
          <p:nvPr>
            <p:ph idx="1"/>
          </p:nvPr>
        </p:nvSpPr>
        <p:spPr>
          <a:xfrm>
            <a:off x="5852160" y="731520"/>
            <a:ext cx="5486400" cy="17373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E8A3F288-990F-014E-F099-1E3091477CA7}"/>
              </a:ext>
            </a:extLst>
          </p:cNvPr>
          <p:cNvSpPr>
            <a:spLocks noGrp="1"/>
          </p:cNvSpPr>
          <p:nvPr>
            <p:ph idx="30"/>
          </p:nvPr>
        </p:nvSpPr>
        <p:spPr>
          <a:xfrm>
            <a:off x="914400" y="2743200"/>
            <a:ext cx="8348472" cy="337413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p>
            <a:endParaRPr lang="en-US" noProof="0"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914400" y="731520"/>
            <a:ext cx="3931920" cy="2103120"/>
          </a:xfrm>
        </p:spPr>
        <p:txBody>
          <a:bodyPr anchor="b">
            <a:normAutofit/>
          </a:bodyPr>
          <a:lstStyle>
            <a:lvl1pPr>
              <a:defRPr sz="36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2317990C-ED42-30BE-0501-F9C5B4A48B73}"/>
              </a:ext>
            </a:extLst>
          </p:cNvPr>
          <p:cNvSpPr>
            <a:spLocks noGrp="1"/>
          </p:cNvSpPr>
          <p:nvPr>
            <p:ph idx="1"/>
          </p:nvPr>
        </p:nvSpPr>
        <p:spPr>
          <a:xfrm>
            <a:off x="914400" y="3108960"/>
            <a:ext cx="3931920" cy="26517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a:extLst>
              <a:ext uri="{FF2B5EF4-FFF2-40B4-BE49-F238E27FC236}">
                <a16:creationId xmlns:a16="http://schemas.microsoft.com/office/drawing/2014/main" id="{4AC62875-1B1B-E814-6549-162A8DBF8929}"/>
              </a:ext>
            </a:extLst>
          </p:cNvPr>
          <p:cNvSpPr>
            <a:spLocks noGrp="1"/>
          </p:cNvSpPr>
          <p:nvPr>
            <p:ph type="pic" sz="quarter" idx="54"/>
          </p:nvPr>
        </p:nvSpPr>
        <p:spPr>
          <a:xfrm>
            <a:off x="5745002" y="0"/>
            <a:ext cx="6446999" cy="6858000"/>
          </a:xfrm>
          <a:custGeom>
            <a:avLst/>
            <a:gdLst>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close/>
              </a:path>
            </a:pathLst>
          </a:custGeom>
        </p:spPr>
        <p:txBody>
          <a:bodyPr wrap="square" anchor="ctr">
            <a:noAutofit/>
          </a:bodyPr>
          <a:lstStyle>
            <a:lvl1pPr marL="0" indent="0">
              <a:buNone/>
              <a:defRPr sz="1600"/>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p>
            <a:endParaRPr lang="en-US" noProof="0"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userDrawn="1"/>
        </p:nvSpPr>
        <p:spPr>
          <a:xfrm>
            <a:off x="5203802" y="480395"/>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rgbClr val="F7D952"/>
              </a:solidFill>
              <a:effectLst/>
              <a:uLnTx/>
              <a:uFillTx/>
              <a:latin typeface="Posterama Text SemiBold"/>
              <a:ea typeface="+mn-ea"/>
              <a:cs typeface="+mn-cs"/>
            </a:endParaRPr>
          </a:p>
        </p:txBody>
      </p:sp>
    </p:spTree>
    <p:extLst>
      <p:ext uri="{BB962C8B-B14F-4D97-AF65-F5344CB8AC3E}">
        <p14:creationId xmlns:p14="http://schemas.microsoft.com/office/powerpoint/2010/main" val="4161259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2" name="Freeform: Shape 19">
            <a:extLst>
              <a:ext uri="{FF2B5EF4-FFF2-40B4-BE49-F238E27FC236}">
                <a16:creationId xmlns:a16="http://schemas.microsoft.com/office/drawing/2014/main" id="{9D307BA6-8A60-85D7-CC8B-894256DC4B90}"/>
              </a:ext>
            </a:extLst>
          </p:cNvPr>
          <p:cNvSpPr/>
          <p:nvPr userDrawn="1"/>
        </p:nvSpPr>
        <p:spPr>
          <a:xfrm>
            <a:off x="8517470" y="2248218"/>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7" name="Freeform: Shape 19">
            <a:extLst>
              <a:ext uri="{FF2B5EF4-FFF2-40B4-BE49-F238E27FC236}">
                <a16:creationId xmlns:a16="http://schemas.microsoft.com/office/drawing/2014/main" id="{F38B75F8-75D4-4B41-B7C7-433032DD0A6F}"/>
              </a:ext>
            </a:extLst>
          </p:cNvPr>
          <p:cNvSpPr/>
          <p:nvPr userDrawn="1"/>
        </p:nvSpPr>
        <p:spPr>
          <a:xfrm>
            <a:off x="9578882" y="460803"/>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8" name="Freeform: Shape 24">
            <a:extLst>
              <a:ext uri="{FF2B5EF4-FFF2-40B4-BE49-F238E27FC236}">
                <a16:creationId xmlns:a16="http://schemas.microsoft.com/office/drawing/2014/main" id="{671D1224-EDDC-4900-92DC-13608D44C524}"/>
              </a:ext>
            </a:extLst>
          </p:cNvPr>
          <p:cNvSpPr/>
          <p:nvPr userDrawn="1"/>
        </p:nvSpPr>
        <p:spPr>
          <a:xfrm>
            <a:off x="9522496"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5" name="Freeform 14">
            <a:extLst>
              <a:ext uri="{FF2B5EF4-FFF2-40B4-BE49-F238E27FC236}">
                <a16:creationId xmlns:a16="http://schemas.microsoft.com/office/drawing/2014/main" id="{635A9E44-4E60-1AD1-0B85-72422683B48A}"/>
              </a:ext>
            </a:extLst>
          </p:cNvPr>
          <p:cNvSpPr/>
          <p:nvPr userDrawn="1"/>
        </p:nvSpPr>
        <p:spPr>
          <a:xfrm>
            <a:off x="11034052" y="3709992"/>
            <a:ext cx="117318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914400" y="1060704"/>
            <a:ext cx="7132320" cy="1773936"/>
          </a:xfrm>
        </p:spPr>
        <p:txBody>
          <a:bodyPr anchor="b">
            <a:normAutofit/>
          </a:bodyPr>
          <a:lstStyle>
            <a:lvl1pPr>
              <a:defRPr sz="3600"/>
            </a:lvl1pPr>
          </a:lstStyle>
          <a:p>
            <a:r>
              <a:rPr lang="en-US" noProof="0"/>
              <a:t>Click to edit Master title style</a:t>
            </a:r>
            <a:endParaRPr lang="en-US" noProof="0" dirty="0"/>
          </a:p>
        </p:txBody>
      </p:sp>
      <p:sp>
        <p:nvSpPr>
          <p:cNvPr id="3" name="Content Placeholder 2">
            <a:extLst>
              <a:ext uri="{FF2B5EF4-FFF2-40B4-BE49-F238E27FC236}">
                <a16:creationId xmlns:a16="http://schemas.microsoft.com/office/drawing/2014/main" id="{E3E34C76-4814-6AFA-CEFD-F82B9ED9BB1D}"/>
              </a:ext>
            </a:extLst>
          </p:cNvPr>
          <p:cNvSpPr>
            <a:spLocks noGrp="1"/>
          </p:cNvSpPr>
          <p:nvPr>
            <p:ph idx="1"/>
          </p:nvPr>
        </p:nvSpPr>
        <p:spPr>
          <a:xfrm>
            <a:off x="91440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a:extLst>
              <a:ext uri="{FF2B5EF4-FFF2-40B4-BE49-F238E27FC236}">
                <a16:creationId xmlns:a16="http://schemas.microsoft.com/office/drawing/2014/main" id="{D42F254A-B4C7-D072-FEB9-22F9A2B0CA64}"/>
              </a:ext>
            </a:extLst>
          </p:cNvPr>
          <p:cNvSpPr>
            <a:spLocks noGrp="1"/>
          </p:cNvSpPr>
          <p:nvPr>
            <p:ph idx="56"/>
          </p:nvPr>
        </p:nvSpPr>
        <p:spPr>
          <a:xfrm>
            <a:off x="475488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Footer Placeholder 8">
            <a:extLst>
              <a:ext uri="{FF2B5EF4-FFF2-40B4-BE49-F238E27FC236}">
                <a16:creationId xmlns:a16="http://schemas.microsoft.com/office/drawing/2014/main" id="{85DBF4DF-D0B4-1DA6-0271-5D4033A9C19C}"/>
              </a:ext>
            </a:extLst>
          </p:cNvPr>
          <p:cNvSpPr>
            <a:spLocks noGrp="1"/>
          </p:cNvSpPr>
          <p:nvPr>
            <p:ph type="ftr" sz="quarter" idx="57"/>
          </p:nvPr>
        </p:nvSpPr>
        <p:spPr/>
        <p:txBody>
          <a:bodyPr/>
          <a:lstStyle/>
          <a:p>
            <a:endParaRPr lang="en-US" noProof="0" dirty="0"/>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613646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and content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914400" y="731520"/>
            <a:ext cx="7671816" cy="2103120"/>
          </a:xfrm>
        </p:spPr>
        <p:txBody>
          <a:bodyPr anchor="b" anchorCtr="0">
            <a:normAutofit/>
          </a:bodyPr>
          <a:lstStyle/>
          <a:p>
            <a:r>
              <a:rPr lang="en-US"/>
              <a:t>Click to edit Master title style</a:t>
            </a:r>
            <a:endParaRPr lang="en-US" dirty="0"/>
          </a:p>
        </p:txBody>
      </p:sp>
      <p:sp>
        <p:nvSpPr>
          <p:cNvPr id="15" name="Content Placeholder 2">
            <a:extLst>
              <a:ext uri="{FF2B5EF4-FFF2-40B4-BE49-F238E27FC236}">
                <a16:creationId xmlns:a16="http://schemas.microsoft.com/office/drawing/2014/main" id="{F9296AFE-5FB8-52A4-3111-3B53DBE4DB3E}"/>
              </a:ext>
            </a:extLst>
          </p:cNvPr>
          <p:cNvSpPr>
            <a:spLocks noGrp="1"/>
          </p:cNvSpPr>
          <p:nvPr>
            <p:ph idx="14"/>
          </p:nvPr>
        </p:nvSpPr>
        <p:spPr>
          <a:xfrm>
            <a:off x="914400" y="3200400"/>
            <a:ext cx="10149840" cy="28346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3" name="Freeform: Shape 12">
            <a:extLst>
              <a:ext uri="{FF2B5EF4-FFF2-40B4-BE49-F238E27FC236}">
                <a16:creationId xmlns:a16="http://schemas.microsoft.com/office/drawing/2014/main" id="{809C5320-0161-C582-141C-55F06D4F3BAE}"/>
              </a:ext>
            </a:extLst>
          </p:cNvPr>
          <p:cNvSpPr/>
          <p:nvPr userDrawn="1"/>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6">
            <a:extLst>
              <a:ext uri="{FF2B5EF4-FFF2-40B4-BE49-F238E27FC236}">
                <a16:creationId xmlns:a16="http://schemas.microsoft.com/office/drawing/2014/main" id="{29C982F3-4477-76AC-0429-350585A39FFA}"/>
              </a:ext>
            </a:extLst>
          </p:cNvPr>
          <p:cNvSpPr/>
          <p:nvPr userDrawn="1"/>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5">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a16="http://schemas.microsoft.com/office/drawing/2014/main" id="{87A8F7B2-0552-AAD4-9DE2-845DE10CA10A}"/>
              </a:ext>
            </a:extLst>
          </p:cNvPr>
          <p:cNvSpPr/>
          <p:nvPr userDrawn="1"/>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9">
            <a:extLst>
              <a:ext uri="{FF2B5EF4-FFF2-40B4-BE49-F238E27FC236}">
                <a16:creationId xmlns:a16="http://schemas.microsoft.com/office/drawing/2014/main" id="{395DA7FF-BAA0-F04C-CA6C-16E9C2D55593}"/>
              </a:ext>
            </a:extLst>
          </p:cNvPr>
          <p:cNvSpPr/>
          <p:nvPr userDrawn="1"/>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10">
            <a:extLst>
              <a:ext uri="{FF2B5EF4-FFF2-40B4-BE49-F238E27FC236}">
                <a16:creationId xmlns:a16="http://schemas.microsoft.com/office/drawing/2014/main" id="{468D9CEC-53B7-B8DC-B77E-E3F86681879C}"/>
              </a:ext>
            </a:extLst>
          </p:cNvPr>
          <p:cNvSpPr/>
          <p:nvPr userDrawn="1"/>
        </p:nvSpPr>
        <p:spPr>
          <a:xfrm>
            <a:off x="2336512" y="-9525"/>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11">
            <a:extLst>
              <a:ext uri="{FF2B5EF4-FFF2-40B4-BE49-F238E27FC236}">
                <a16:creationId xmlns:a16="http://schemas.microsoft.com/office/drawing/2014/main" id="{9222D4D6-56B1-C4C3-0E51-FB22F0CD902B}"/>
              </a:ext>
            </a:extLst>
          </p:cNvPr>
          <p:cNvSpPr/>
          <p:nvPr userDrawn="1"/>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0E6292F0-9E78-C98C-097B-30DEBBC1B179}"/>
              </a:ext>
            </a:extLst>
          </p:cNvPr>
          <p:cNvSpPr/>
          <p:nvPr userDrawn="1"/>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2">
            <a:extLst>
              <a:ext uri="{FF2B5EF4-FFF2-40B4-BE49-F238E27FC236}">
                <a16:creationId xmlns:a16="http://schemas.microsoft.com/office/drawing/2014/main" id="{315817B3-76DB-FDD0-60F7-E385C0E84F58}"/>
              </a:ext>
            </a:extLst>
          </p:cNvPr>
          <p:cNvSpPr/>
          <p:nvPr userDrawn="1"/>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Tree>
    <p:extLst>
      <p:ext uri="{BB962C8B-B14F-4D97-AF65-F5344CB8AC3E}">
        <p14:creationId xmlns:p14="http://schemas.microsoft.com/office/powerpoint/2010/main" val="389171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 name="Content placeholder 47">
            <a:extLst>
              <a:ext uri="{FF2B5EF4-FFF2-40B4-BE49-F238E27FC236}">
                <a16:creationId xmlns:a16="http://schemas.microsoft.com/office/drawing/2014/main" id="{117BCD91-6BBA-AACD-3424-C3A4E5C1AB1D}"/>
              </a:ext>
            </a:extLst>
          </p:cNvPr>
          <p:cNvSpPr>
            <a:spLocks noGrp="1" noChangeAspect="1"/>
          </p:cNvSpPr>
          <p:nvPr>
            <p:ph type="pic" sz="quarter" idx="48"/>
          </p:nvPr>
        </p:nvSpPr>
        <p:spPr>
          <a:xfrm>
            <a:off x="914400" y="539496"/>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a:t>Click icon to add picture</a:t>
            </a:r>
            <a:endParaRPr lang="en-US" altLang="zh-CN" noProof="0" dirty="0"/>
          </a:p>
        </p:txBody>
      </p:sp>
      <p:pic>
        <p:nvPicPr>
          <p:cNvPr id="7" name="Shape 33">
            <a:extLst>
              <a:ext uri="{FF2B5EF4-FFF2-40B4-BE49-F238E27FC236}">
                <a16:creationId xmlns:a16="http://schemas.microsoft.com/office/drawing/2014/main" id="{78B6A20E-2402-E586-7E92-A2C0D0B854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352010" y="4038403"/>
            <a:ext cx="1438713" cy="1645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Freeform: Shape 11">
            <a:extLst>
              <a:ext uri="{FF2B5EF4-FFF2-40B4-BE49-F238E27FC236}">
                <a16:creationId xmlns:a16="http://schemas.microsoft.com/office/drawing/2014/main" id="{20E24AA2-A4D8-FFB3-C801-0E57990B8CB6}"/>
              </a:ext>
            </a:extLst>
          </p:cNvPr>
          <p:cNvSpPr/>
          <p:nvPr userDrawn="1"/>
        </p:nvSpPr>
        <p:spPr>
          <a:xfrm>
            <a:off x="1360235" y="5541405"/>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1">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9" name="Freeform: Shape 5">
            <a:extLst>
              <a:ext uri="{FF2B5EF4-FFF2-40B4-BE49-F238E27FC236}">
                <a16:creationId xmlns:a16="http://schemas.microsoft.com/office/drawing/2014/main" id="{1FEC53F3-5030-5BCF-54CA-ABB14457C073}"/>
              </a:ext>
            </a:extLst>
          </p:cNvPr>
          <p:cNvSpPr/>
          <p:nvPr userDrawn="1"/>
        </p:nvSpPr>
        <p:spPr>
          <a:xfrm>
            <a:off x="5429027" y="393334"/>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Tree>
    <p:extLst>
      <p:ext uri="{BB962C8B-B14F-4D97-AF65-F5344CB8AC3E}">
        <p14:creationId xmlns:p14="http://schemas.microsoft.com/office/powerpoint/2010/main" val="3407711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6721E85-C7DE-A05F-D33D-97CAF161E33A}"/>
              </a:ext>
            </a:extLst>
          </p:cNvPr>
          <p:cNvSpPr/>
          <p:nvPr userDrawn="1"/>
        </p:nvSpPr>
        <p:spPr>
          <a:xfrm>
            <a:off x="0" y="2860787"/>
            <a:ext cx="2004570" cy="3676532"/>
          </a:xfrm>
          <a:custGeom>
            <a:avLst/>
            <a:gdLst>
              <a:gd name="connsiteX0" fmla="*/ 417538 w 2004570"/>
              <a:gd name="connsiteY0" fmla="*/ 0 h 3676532"/>
              <a:gd name="connsiteX1" fmla="*/ 2004570 w 2004570"/>
              <a:gd name="connsiteY1" fmla="*/ 925683 h 3676532"/>
              <a:gd name="connsiteX2" fmla="*/ 2004570 w 2004570"/>
              <a:gd name="connsiteY2" fmla="*/ 2763949 h 3676532"/>
              <a:gd name="connsiteX3" fmla="*/ 413202 w 2004570"/>
              <a:gd name="connsiteY3" fmla="*/ 3676532 h 3676532"/>
              <a:gd name="connsiteX4" fmla="*/ 0 w 2004570"/>
              <a:gd name="connsiteY4" fmla="*/ 3439338 h 3676532"/>
              <a:gd name="connsiteX5" fmla="*/ 0 w 2004570"/>
              <a:gd name="connsiteY5" fmla="*/ 24107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4570" h="3676532">
                <a:moveTo>
                  <a:pt x="417538" y="0"/>
                </a:moveTo>
                <a:lnTo>
                  <a:pt x="2004570" y="925683"/>
                </a:lnTo>
                <a:lnTo>
                  <a:pt x="2004570" y="2763949"/>
                </a:lnTo>
                <a:lnTo>
                  <a:pt x="413202" y="3676532"/>
                </a:lnTo>
                <a:lnTo>
                  <a:pt x="0" y="3439338"/>
                </a:lnTo>
                <a:lnTo>
                  <a:pt x="0" y="241075"/>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657773" y="5253270"/>
            <a:ext cx="1710765" cy="1621875"/>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275432"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3465576" y="1499616"/>
            <a:ext cx="7955280" cy="1335024"/>
          </a:xfrm>
        </p:spPr>
        <p:txBody>
          <a:bodyPr anchor="b">
            <a:normAutofit/>
          </a:bodyPr>
          <a:lstStyle>
            <a:lvl1pPr>
              <a:defRPr sz="3600"/>
            </a:lvl1pPr>
          </a:lstStyle>
          <a:p>
            <a:r>
              <a:rPr lang="en-US"/>
              <a:t>Click to edit Master title style</a:t>
            </a:r>
            <a:endParaRPr lang="en-US" dirty="0"/>
          </a:p>
        </p:txBody>
      </p:sp>
      <p:sp>
        <p:nvSpPr>
          <p:cNvPr id="4" name="Content Placeholder 2">
            <a:extLst>
              <a:ext uri="{FF2B5EF4-FFF2-40B4-BE49-F238E27FC236}">
                <a16:creationId xmlns:a16="http://schemas.microsoft.com/office/drawing/2014/main" id="{6FFF81D2-C0B4-3B82-8DF6-D10CC07C441C}"/>
              </a:ext>
            </a:extLst>
          </p:cNvPr>
          <p:cNvSpPr>
            <a:spLocks noGrp="1"/>
          </p:cNvSpPr>
          <p:nvPr>
            <p:ph idx="14"/>
          </p:nvPr>
        </p:nvSpPr>
        <p:spPr>
          <a:xfrm>
            <a:off x="3465576" y="3108960"/>
            <a:ext cx="4572000" cy="3108960"/>
          </a:xfrm>
        </p:spPr>
        <p:txBody>
          <a:bodyPr/>
          <a:lstStyle>
            <a:lvl1pPr marL="512064" indent="-512064">
              <a:buFont typeface="+mj-lt"/>
              <a:buAutoNum type="arabicPeriod"/>
              <a:defRPr sz="1800"/>
            </a:lvl1pPr>
            <a:lvl2pPr marL="1097280" indent="-512064">
              <a:buFont typeface="+mj-lt"/>
              <a:buAutoNum type="alphaLcPeriod"/>
              <a:defRPr sz="1800"/>
            </a:lvl2pPr>
            <a:lvl3pPr marL="1645920" indent="-512064">
              <a:buFont typeface="+mj-lt"/>
              <a:buAutoNum type="romanLcPeriod"/>
              <a:defRPr sz="1800"/>
            </a:lvl3pPr>
            <a:lvl4pPr marL="2194560" indent="-512064">
              <a:buFont typeface="+mj-lt"/>
              <a:buAutoNum type="arabicParen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a:extLst>
              <a:ext uri="{FF2B5EF4-FFF2-40B4-BE49-F238E27FC236}">
                <a16:creationId xmlns:a16="http://schemas.microsoft.com/office/drawing/2014/main" id="{F190F721-56C7-251D-948D-117696095C32}"/>
              </a:ext>
            </a:extLst>
          </p:cNvPr>
          <p:cNvSpPr>
            <a:spLocks noGrp="1"/>
          </p:cNvSpPr>
          <p:nvPr>
            <p:ph idx="1"/>
          </p:nvPr>
        </p:nvSpPr>
        <p:spPr>
          <a:xfrm>
            <a:off x="8229600" y="3108960"/>
            <a:ext cx="3017520" cy="3108960"/>
          </a:xfrm>
        </p:spPr>
        <p:txBody>
          <a:bodyPr/>
          <a:lstStyle>
            <a:lvl1pPr marL="0" indent="0">
              <a:lnSpc>
                <a:spcPct val="100000"/>
              </a:lnSpc>
              <a:spcBef>
                <a:spcPts val="0"/>
              </a:spcBef>
              <a:spcAft>
                <a:spcPts val="600"/>
              </a:spcAft>
              <a:buNone/>
              <a:defRPr sz="1800"/>
            </a:lvl1pPr>
            <a:lvl2pPr>
              <a:lnSpc>
                <a:spcPct val="100000"/>
              </a:lnSpc>
              <a:spcBef>
                <a:spcPts val="0"/>
              </a:spcBef>
              <a:spcAft>
                <a:spcPts val="600"/>
              </a:spcAft>
              <a:defRPr sz="1800"/>
            </a:lvl2pPr>
            <a:lvl3pPr>
              <a:lnSpc>
                <a:spcPct val="100000"/>
              </a:lnSpc>
              <a:spcBef>
                <a:spcPts val="0"/>
              </a:spcBef>
              <a:spcAft>
                <a:spcPts val="600"/>
              </a:spcAft>
              <a:defRPr sz="1800"/>
            </a:lvl3pPr>
            <a:lvl4pPr>
              <a:lnSpc>
                <a:spcPct val="100000"/>
              </a:lnSpc>
              <a:spcBef>
                <a:spcPts val="0"/>
              </a:spcBef>
              <a:spcAft>
                <a:spcPts val="600"/>
              </a:spcAft>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7">
            <a:extLst>
              <a:ext uri="{FF2B5EF4-FFF2-40B4-BE49-F238E27FC236}">
                <a16:creationId xmlns:a16="http://schemas.microsoft.com/office/drawing/2014/main" id="{6C94E8A0-C02C-2322-50C1-50080A793F84}"/>
              </a:ext>
            </a:extLst>
          </p:cNvPr>
          <p:cNvSpPr>
            <a:spLocks noGrp="1"/>
          </p:cNvSpPr>
          <p:nvPr>
            <p:ph type="ftr" sz="quarter" idx="41"/>
          </p:nvPr>
        </p:nvSpPr>
        <p:spPr>
          <a:xfrm>
            <a:off x="3465576" y="6217920"/>
            <a:ext cx="4114800" cy="365125"/>
          </a:xfrm>
        </p:spPr>
        <p:txBody>
          <a:bodyPr/>
          <a:lstStyle/>
          <a:p>
            <a:endParaRPr lang="en-US" noProof="0"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2">
            <a:extLst>
              <a:ext uri="{FF2B5EF4-FFF2-40B4-BE49-F238E27FC236}">
                <a16:creationId xmlns:a16="http://schemas.microsoft.com/office/drawing/2014/main" id="{0750FD92-E143-4402-D455-30DC417CBDBE}"/>
              </a:ext>
            </a:extLst>
          </p:cNvPr>
          <p:cNvSpPr/>
          <p:nvPr userDrawn="1"/>
        </p:nvSpPr>
        <p:spPr>
          <a:xfrm>
            <a:off x="1198465" y="958947"/>
            <a:ext cx="1544735" cy="174369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6B13E9E2-D67B-E75B-D60D-CE3782A4FC67}"/>
              </a:ext>
            </a:extLst>
          </p:cNvPr>
          <p:cNvSpPr/>
          <p:nvPr userDrawn="1"/>
        </p:nvSpPr>
        <p:spPr>
          <a:xfrm>
            <a:off x="326738" y="0"/>
            <a:ext cx="1544359" cy="1254845"/>
          </a:xfrm>
          <a:custGeom>
            <a:avLst/>
            <a:gdLst>
              <a:gd name="connsiteX0" fmla="*/ 0 w 1544359"/>
              <a:gd name="connsiteY0" fmla="*/ 0 h 1254845"/>
              <a:gd name="connsiteX1" fmla="*/ 1544359 w 1544359"/>
              <a:gd name="connsiteY1" fmla="*/ 0 h 1254845"/>
              <a:gd name="connsiteX2" fmla="*/ 1543519 w 1544359"/>
              <a:gd name="connsiteY2" fmla="*/ 822090 h 1254845"/>
              <a:gd name="connsiteX3" fmla="*/ 772206 w 1544359"/>
              <a:gd name="connsiteY3" fmla="*/ 1254845 h 1254845"/>
              <a:gd name="connsiteX4" fmla="*/ 0 w 1544359"/>
              <a:gd name="connsiteY4" fmla="*/ 822027 h 125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4359" h="1254845">
                <a:moveTo>
                  <a:pt x="0" y="0"/>
                </a:moveTo>
                <a:lnTo>
                  <a:pt x="1544359" y="0"/>
                </a:lnTo>
                <a:lnTo>
                  <a:pt x="1543519" y="822090"/>
                </a:lnTo>
                <a:lnTo>
                  <a:pt x="772206" y="1254845"/>
                </a:lnTo>
                <a:lnTo>
                  <a:pt x="0" y="82202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6621137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Hexagon 21">
            <a:extLst>
              <a:ext uri="{FF2B5EF4-FFF2-40B4-BE49-F238E27FC236}">
                <a16:creationId xmlns:a16="http://schemas.microsoft.com/office/drawing/2014/main" id="{AA088CB3-68C2-8BF7-640B-511D7AD708D4}"/>
              </a:ext>
            </a:extLst>
          </p:cNvPr>
          <p:cNvSpPr/>
          <p:nvPr userDrawn="1"/>
        </p:nvSpPr>
        <p:spPr>
          <a:xfrm>
            <a:off x="2757266" y="2493385"/>
            <a:ext cx="1467568" cy="1305975"/>
          </a:xfrm>
          <a:prstGeom prst="hexagon">
            <a:avLst>
              <a:gd name="adj" fmla="val 28413"/>
              <a:gd name="vf" fmla="val 115470"/>
            </a:avLst>
          </a:prstGeom>
          <a:noFill/>
          <a:ln w="19050">
            <a:solidFill>
              <a:srgbClr val="D84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Hexagon 28">
            <a:extLst>
              <a:ext uri="{FF2B5EF4-FFF2-40B4-BE49-F238E27FC236}">
                <a16:creationId xmlns:a16="http://schemas.microsoft.com/office/drawing/2014/main" id="{E4EF439B-1CC3-CA39-B62A-E54F83ED70D2}"/>
              </a:ext>
            </a:extLst>
          </p:cNvPr>
          <p:cNvSpPr/>
          <p:nvPr userDrawn="1"/>
        </p:nvSpPr>
        <p:spPr>
          <a:xfrm>
            <a:off x="396269" y="2511644"/>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Hexagon 21">
            <a:extLst>
              <a:ext uri="{FF2B5EF4-FFF2-40B4-BE49-F238E27FC236}">
                <a16:creationId xmlns:a16="http://schemas.microsoft.com/office/drawing/2014/main" id="{A38FF139-88E9-67A9-6010-4EDFB851076B}"/>
              </a:ext>
            </a:extLst>
          </p:cNvPr>
          <p:cNvSpPr/>
          <p:nvPr userDrawn="1"/>
        </p:nvSpPr>
        <p:spPr>
          <a:xfrm>
            <a:off x="5150156" y="5261378"/>
            <a:ext cx="1455521" cy="1266696"/>
          </a:xfrm>
          <a:prstGeom prst="hexagon">
            <a:avLst>
              <a:gd name="adj" fmla="val 28413"/>
              <a:gd name="vf" fmla="val 115470"/>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Hexagon 21">
            <a:extLst>
              <a:ext uri="{FF2B5EF4-FFF2-40B4-BE49-F238E27FC236}">
                <a16:creationId xmlns:a16="http://schemas.microsoft.com/office/drawing/2014/main" id="{99956147-4454-5EA6-FC9C-94C08EE35F28}"/>
              </a:ext>
            </a:extLst>
          </p:cNvPr>
          <p:cNvSpPr/>
          <p:nvPr userDrawn="1"/>
        </p:nvSpPr>
        <p:spPr>
          <a:xfrm>
            <a:off x="3948599" y="3206642"/>
            <a:ext cx="1455521" cy="1266696"/>
          </a:xfrm>
          <a:prstGeom prst="hexagon">
            <a:avLst>
              <a:gd name="adj" fmla="val 28413"/>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35040" y="731520"/>
            <a:ext cx="5394960" cy="2103120"/>
          </a:xfrm>
        </p:spPr>
        <p:txBody>
          <a:bodyPr anchor="b">
            <a:normAutofit/>
          </a:bodyPr>
          <a:lstStyle/>
          <a:p>
            <a:r>
              <a:rPr lang="en-US"/>
              <a:t>Click to edit Master title style</a:t>
            </a:r>
            <a:endParaRPr lang="en-US"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p:nvPr>
        </p:nvSpPr>
        <p:spPr>
          <a:xfrm>
            <a:off x="6035040" y="3108960"/>
            <a:ext cx="5394960" cy="1879791"/>
          </a:xfrm>
          <a:prstGeom prst="rect">
            <a:avLst/>
          </a:prstGeom>
        </p:spPr>
        <p:txBody>
          <a:bodyPr anchor="t">
            <a:normAutofit/>
          </a:bodyPr>
          <a:lstStyle>
            <a:lvl1pPr marL="0" indent="0" algn="l">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a:t>Click to edit Master text styles</a:t>
            </a:r>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bg1"/>
                </a:solidFill>
                <a:latin typeface="+mn-lt"/>
              </a:defRPr>
            </a:lvl1pPr>
          </a:lstStyle>
          <a:p>
            <a:fld id="{47FEACEE-25B4-4A2D-B147-27296E36371D}" type="slidenum">
              <a:rPr lang="en-US" altLang="zh-CN" noProof="0" smtClean="0"/>
              <a:pPr/>
              <a:t>‹#›</a:t>
            </a:fld>
            <a:endParaRPr lang="en-US" altLang="zh-CN" noProof="0"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914400" y="6217920"/>
            <a:ext cx="4114800" cy="365125"/>
          </a:xfrm>
          <a:prstGeom prst="rect">
            <a:avLst/>
          </a:prstGeom>
        </p:spPr>
        <p:txBody>
          <a:bodyPr vert="horz" lIns="91440" tIns="45720" rIns="91440" bIns="45720" rtlCol="0" anchor="ctr">
            <a:noAutofit/>
          </a:bodyPr>
          <a:lstStyle>
            <a:lvl1pPr algn="l">
              <a:defRPr sz="1200">
                <a:solidFill>
                  <a:schemeClr val="bg1"/>
                </a:solidFill>
                <a:latin typeface="+mn-lt"/>
              </a:defRPr>
            </a:lvl1pPr>
          </a:lstStyle>
          <a:p>
            <a:endParaRPr lang="en-US" noProof="0"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4" r:id="rId3"/>
    <p:sldLayoutId id="2147483670" r:id="rId4"/>
    <p:sldLayoutId id="2147483669" r:id="rId5"/>
    <p:sldLayoutId id="2147483655" r:id="rId6"/>
    <p:sldLayoutId id="2147483651" r:id="rId7"/>
    <p:sldLayoutId id="2147483662" r:id="rId8"/>
    <p:sldLayoutId id="2147483673" r:id="rId9"/>
    <p:sldLayoutId id="2147483653" r:id="rId10"/>
    <p:sldLayoutId id="2147483663" r:id="rId11"/>
    <p:sldLayoutId id="2147483665" r:id="rId12"/>
  </p:sldLayoutIdLst>
  <p:hf hdr="0" ft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347472"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1144292" y="731520"/>
            <a:ext cx="5029200" cy="3291840"/>
          </a:xfrm>
        </p:spPr>
        <p:txBody>
          <a:bodyPr lIns="0" anchor="b" anchorCtr="0"/>
          <a:lstStyle/>
          <a:p>
            <a:r>
              <a:rPr lang="en-US" dirty="0"/>
              <a:t>The Technology Value Stream</a:t>
            </a:r>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260894" y="4172084"/>
            <a:ext cx="4912598" cy="914400"/>
          </a:xfrm>
        </p:spPr>
        <p:txBody>
          <a:bodyPr/>
          <a:lstStyle/>
          <a:p>
            <a:r>
              <a:rPr lang="en-US" dirty="0"/>
              <a:t>Zac Baker</a:t>
            </a:r>
          </a:p>
        </p:txBody>
      </p:sp>
      <p:pic>
        <p:nvPicPr>
          <p:cNvPr id="8" name="Picture Placeholder 7">
            <a:extLst>
              <a:ext uri="{FF2B5EF4-FFF2-40B4-BE49-F238E27FC236}">
                <a16:creationId xmlns:a16="http://schemas.microsoft.com/office/drawing/2014/main" id="{5B9BBA4A-89E8-70F6-9B46-C32698F91A6A}"/>
              </a:ext>
            </a:extLst>
          </p:cNvPr>
          <p:cNvPicPr>
            <a:picLocks noGrp="1" noChangeAspect="1"/>
          </p:cNvPicPr>
          <p:nvPr>
            <p:ph type="pic" sz="quarter" idx="47"/>
          </p:nvPr>
        </p:nvPicPr>
        <p:blipFill>
          <a:blip r:embed="rId3"/>
          <a:srcRect l="25544" r="25544"/>
          <a:stretch/>
        </p:blipFill>
        <p:spPr/>
      </p:pic>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021C-3CEB-0FBA-DA89-C9C82E741BB3}"/>
              </a:ext>
            </a:extLst>
          </p:cNvPr>
          <p:cNvSpPr>
            <a:spLocks noGrp="1"/>
          </p:cNvSpPr>
          <p:nvPr>
            <p:ph type="title"/>
          </p:nvPr>
        </p:nvSpPr>
        <p:spPr>
          <a:xfrm>
            <a:off x="914400" y="3429000"/>
            <a:ext cx="4206240" cy="2377440"/>
          </a:xfrm>
        </p:spPr>
        <p:txBody>
          <a:bodyPr anchor="t" anchorCtr="0"/>
          <a:lstStyle/>
          <a:p>
            <a:r>
              <a:rPr lang="en-US" dirty="0"/>
              <a:t>Topics</a:t>
            </a:r>
          </a:p>
        </p:txBody>
      </p:sp>
      <p:sp>
        <p:nvSpPr>
          <p:cNvPr id="3" name="Text Placeholder 2">
            <a:extLst>
              <a:ext uri="{FF2B5EF4-FFF2-40B4-BE49-F238E27FC236}">
                <a16:creationId xmlns:a16="http://schemas.microsoft.com/office/drawing/2014/main" id="{3C6746B3-AFD9-641E-7CBF-9A783646B368}"/>
              </a:ext>
            </a:extLst>
          </p:cNvPr>
          <p:cNvSpPr>
            <a:spLocks noGrp="1"/>
          </p:cNvSpPr>
          <p:nvPr>
            <p:ph sz="quarter" idx="35"/>
          </p:nvPr>
        </p:nvSpPr>
        <p:spPr>
          <a:xfrm>
            <a:off x="5394325" y="3429000"/>
            <a:ext cx="3475038" cy="2378075"/>
          </a:xfrm>
        </p:spPr>
        <p:txBody>
          <a:bodyPr anchor="t" anchorCtr="0">
            <a:normAutofit/>
          </a:bodyPr>
          <a:lstStyle/>
          <a:p>
            <a:r>
              <a:rPr lang="en-US" dirty="0"/>
              <a:t>What is it?</a:t>
            </a:r>
          </a:p>
          <a:p>
            <a:r>
              <a:rPr lang="en-US" dirty="0"/>
              <a:t>Lead vs Processing Time</a:t>
            </a:r>
          </a:p>
          <a:p>
            <a:r>
              <a:rPr lang="en-US" dirty="0"/>
              <a:t>The Common Scenario</a:t>
            </a:r>
          </a:p>
          <a:p>
            <a:r>
              <a:rPr lang="en-US" dirty="0"/>
              <a:t>DevOps Ideal</a:t>
            </a:r>
          </a:p>
          <a:p>
            <a:r>
              <a:rPr lang="en-US" dirty="0"/>
              <a:t>Sources</a:t>
            </a:r>
          </a:p>
        </p:txBody>
      </p:sp>
      <p:sp>
        <p:nvSpPr>
          <p:cNvPr id="4" name="Slide Number Placeholder 3">
            <a:extLst>
              <a:ext uri="{FF2B5EF4-FFF2-40B4-BE49-F238E27FC236}">
                <a16:creationId xmlns:a16="http://schemas.microsoft.com/office/drawing/2014/main" id="{5D559569-83D5-A20B-653C-B9D6C8D98164}"/>
              </a:ext>
            </a:extLst>
          </p:cNvPr>
          <p:cNvSpPr>
            <a:spLocks noGrp="1"/>
          </p:cNvSpPr>
          <p:nvPr>
            <p:ph type="sldNum" sz="quarter" idx="34"/>
          </p:nvPr>
        </p:nvSpPr>
        <p:spPr/>
        <p:txBody>
          <a:bodyPr/>
          <a:lstStyle/>
          <a:p>
            <a:fld id="{47FEACEE-25B4-4A2D-B147-27296E36371D}" type="slidenum">
              <a:rPr lang="en-US" altLang="zh-CN" noProof="0" smtClean="0"/>
              <a:pPr/>
              <a:t>2</a:t>
            </a:fld>
            <a:endParaRPr lang="en-US" altLang="zh-CN" noProof="0" dirty="0"/>
          </a:p>
        </p:txBody>
      </p:sp>
    </p:spTree>
    <p:extLst>
      <p:ext uri="{BB962C8B-B14F-4D97-AF65-F5344CB8AC3E}">
        <p14:creationId xmlns:p14="http://schemas.microsoft.com/office/powerpoint/2010/main" val="1485080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2A73C-F597-27B7-8F29-D6406DC4DB9A}"/>
              </a:ext>
            </a:extLst>
          </p:cNvPr>
          <p:cNvSpPr>
            <a:spLocks noGrp="1"/>
          </p:cNvSpPr>
          <p:nvPr>
            <p:ph type="title"/>
          </p:nvPr>
        </p:nvSpPr>
        <p:spPr>
          <a:xfrm>
            <a:off x="5998464" y="731520"/>
            <a:ext cx="5029200" cy="3291840"/>
          </a:xfrm>
        </p:spPr>
        <p:txBody>
          <a:bodyPr lIns="0" anchor="b" anchorCtr="0"/>
          <a:lstStyle/>
          <a:p>
            <a:r>
              <a:rPr lang="en-US" dirty="0"/>
              <a:t>What is it?</a:t>
            </a:r>
          </a:p>
        </p:txBody>
      </p:sp>
      <p:sp>
        <p:nvSpPr>
          <p:cNvPr id="3" name="Text Placeholder 2">
            <a:extLst>
              <a:ext uri="{FF2B5EF4-FFF2-40B4-BE49-F238E27FC236}">
                <a16:creationId xmlns:a16="http://schemas.microsoft.com/office/drawing/2014/main" id="{AC190503-C2C6-37F4-4636-9B4A8A3DE4EB}"/>
              </a:ext>
            </a:extLst>
          </p:cNvPr>
          <p:cNvSpPr>
            <a:spLocks noGrp="1"/>
          </p:cNvSpPr>
          <p:nvPr>
            <p:ph type="body" sz="quarter" idx="28"/>
          </p:nvPr>
        </p:nvSpPr>
        <p:spPr>
          <a:xfrm>
            <a:off x="6117336" y="4172084"/>
            <a:ext cx="4910328" cy="1005840"/>
          </a:xfrm>
        </p:spPr>
        <p:txBody>
          <a:bodyPr/>
          <a:lstStyle/>
          <a:p>
            <a:r>
              <a:rPr lang="en-US" dirty="0"/>
              <a:t>Understanding the process</a:t>
            </a:r>
          </a:p>
        </p:txBody>
      </p:sp>
    </p:spTree>
    <p:extLst>
      <p:ext uri="{BB962C8B-B14F-4D97-AF65-F5344CB8AC3E}">
        <p14:creationId xmlns:p14="http://schemas.microsoft.com/office/powerpoint/2010/main" val="3530111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914400" y="2487168"/>
            <a:ext cx="4572000" cy="3383280"/>
          </a:xfrm>
          <a:noFill/>
        </p:spPr>
        <p:txBody>
          <a:bodyPr anchor="t" anchorCtr="0">
            <a:noAutofit/>
          </a:bodyPr>
          <a:lstStyle/>
          <a:p>
            <a:r>
              <a:rPr lang="en-US" dirty="0"/>
              <a:t>Process</a:t>
            </a:r>
            <a:br>
              <a:rPr lang="en-US" dirty="0"/>
            </a:br>
            <a:r>
              <a:rPr lang="en-US" dirty="0"/>
              <a:t>Start to Finish</a:t>
            </a: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6217920" y="2487168"/>
            <a:ext cx="5029200" cy="3383280"/>
          </a:xfrm>
          <a:noFill/>
        </p:spPr>
        <p:txBody>
          <a:bodyPr>
            <a:normAutofit/>
          </a:bodyPr>
          <a:lstStyle/>
          <a:p>
            <a:r>
              <a:rPr lang="en-US" dirty="0"/>
              <a:t>End-to-end process.</a:t>
            </a:r>
          </a:p>
          <a:p>
            <a:r>
              <a:rPr lang="en-US" dirty="0"/>
              <a:t>Increase visibility and reduce bottlenecks</a:t>
            </a:r>
          </a:p>
          <a:p>
            <a:r>
              <a:rPr lang="en-US" dirty="0"/>
              <a:t>Practices to improve and deliver quality experiences for the customer.</a:t>
            </a:r>
          </a:p>
          <a:p>
            <a:r>
              <a:rPr lang="en-US" dirty="0"/>
              <a:t>Improves engagement between teams</a:t>
            </a:r>
          </a:p>
          <a:p>
            <a:r>
              <a:rPr lang="en-US" dirty="0"/>
              <a:t>Utilization of Value Stream Management (VSM)</a:t>
            </a:r>
          </a:p>
          <a:p>
            <a:pPr marL="0" indent="0">
              <a:buNone/>
            </a:pPr>
            <a:endParaRPr lang="en-US" dirty="0"/>
          </a:p>
        </p:txBody>
      </p:sp>
      <p:sp>
        <p:nvSpPr>
          <p:cNvPr id="4" name="Slide Number Placeholder 3">
            <a:extLst>
              <a:ext uri="{FF2B5EF4-FFF2-40B4-BE49-F238E27FC236}">
                <a16:creationId xmlns:a16="http://schemas.microsoft.com/office/drawing/2014/main" id="{14D4AF3B-CC38-C6F7-1058-2FC5EE48D7F2}"/>
              </a:ext>
            </a:extLst>
          </p:cNvPr>
          <p:cNvSpPr>
            <a:spLocks noGrp="1"/>
          </p:cNvSpPr>
          <p:nvPr>
            <p:ph type="sldNum" sz="quarter" idx="12"/>
          </p:nvPr>
        </p:nvSpPr>
        <p:spPr/>
        <p:txBody>
          <a:bodyPr/>
          <a:lstStyle/>
          <a:p>
            <a:fld id="{69E57DC2-970A-4B3E-BB1C-7A09969E49DF}" type="slidenum">
              <a:rPr lang="en-US" smtClean="0"/>
              <a:t>4</a:t>
            </a:fld>
            <a:endParaRPr lang="en-US" dirty="0"/>
          </a:p>
        </p:txBody>
      </p:sp>
    </p:spTree>
    <p:extLst>
      <p:ext uri="{BB962C8B-B14F-4D97-AF65-F5344CB8AC3E}">
        <p14:creationId xmlns:p14="http://schemas.microsoft.com/office/powerpoint/2010/main" val="366667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F738D-CFCF-7BE7-40F5-E85417A7FB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27FAA6-E7BD-ADC5-0931-8B51779B0958}"/>
              </a:ext>
            </a:extLst>
          </p:cNvPr>
          <p:cNvSpPr>
            <a:spLocks noGrp="1"/>
          </p:cNvSpPr>
          <p:nvPr>
            <p:ph type="title"/>
          </p:nvPr>
        </p:nvSpPr>
        <p:spPr>
          <a:xfrm>
            <a:off x="5998464" y="731520"/>
            <a:ext cx="5029200" cy="3291840"/>
          </a:xfrm>
        </p:spPr>
        <p:txBody>
          <a:bodyPr lIns="0" anchor="b" anchorCtr="0"/>
          <a:lstStyle/>
          <a:p>
            <a:r>
              <a:rPr lang="en-US" dirty="0"/>
              <a:t>Lead vs Processing Time</a:t>
            </a:r>
          </a:p>
        </p:txBody>
      </p:sp>
      <p:sp>
        <p:nvSpPr>
          <p:cNvPr id="3" name="Text Placeholder 2">
            <a:extLst>
              <a:ext uri="{FF2B5EF4-FFF2-40B4-BE49-F238E27FC236}">
                <a16:creationId xmlns:a16="http://schemas.microsoft.com/office/drawing/2014/main" id="{98BC7D54-89A5-A65A-E9F3-F65176D9A816}"/>
              </a:ext>
            </a:extLst>
          </p:cNvPr>
          <p:cNvSpPr>
            <a:spLocks noGrp="1"/>
          </p:cNvSpPr>
          <p:nvPr>
            <p:ph type="body" sz="quarter" idx="28"/>
          </p:nvPr>
        </p:nvSpPr>
        <p:spPr>
          <a:xfrm>
            <a:off x="6117336" y="4172084"/>
            <a:ext cx="4910328" cy="1005840"/>
          </a:xfrm>
        </p:spPr>
        <p:txBody>
          <a:bodyPr/>
          <a:lstStyle/>
          <a:p>
            <a:r>
              <a:rPr lang="en-US" dirty="0"/>
              <a:t>Planning and development</a:t>
            </a:r>
          </a:p>
        </p:txBody>
      </p:sp>
    </p:spTree>
    <p:extLst>
      <p:ext uri="{BB962C8B-B14F-4D97-AF65-F5344CB8AC3E}">
        <p14:creationId xmlns:p14="http://schemas.microsoft.com/office/powerpoint/2010/main" val="4034463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79BBF1-9BC2-6DCE-0154-8873469878A5}"/>
              </a:ext>
            </a:extLst>
          </p:cNvPr>
          <p:cNvSpPr>
            <a:spLocks noGrp="1"/>
          </p:cNvSpPr>
          <p:nvPr>
            <p:ph type="title"/>
          </p:nvPr>
        </p:nvSpPr>
        <p:spPr>
          <a:xfrm>
            <a:off x="914400" y="731520"/>
            <a:ext cx="4663440" cy="1737360"/>
          </a:xfrm>
        </p:spPr>
        <p:txBody>
          <a:bodyPr/>
          <a:lstStyle/>
          <a:p>
            <a:r>
              <a:rPr lang="en-US" dirty="0"/>
              <a:t>Time Spent</a:t>
            </a:r>
          </a:p>
        </p:txBody>
      </p:sp>
      <p:sp>
        <p:nvSpPr>
          <p:cNvPr id="10" name="Content Placeholder 9">
            <a:extLst>
              <a:ext uri="{FF2B5EF4-FFF2-40B4-BE49-F238E27FC236}">
                <a16:creationId xmlns:a16="http://schemas.microsoft.com/office/drawing/2014/main" id="{633B199B-AFAF-FCA4-CEA7-D9E73D7079E5}"/>
              </a:ext>
            </a:extLst>
          </p:cNvPr>
          <p:cNvSpPr>
            <a:spLocks noGrp="1"/>
          </p:cNvSpPr>
          <p:nvPr>
            <p:ph idx="1"/>
          </p:nvPr>
        </p:nvSpPr>
        <p:spPr>
          <a:xfrm>
            <a:off x="5852160" y="731520"/>
            <a:ext cx="5486400" cy="1737360"/>
          </a:xfrm>
        </p:spPr>
        <p:txBody>
          <a:bodyPr>
            <a:normAutofit fontScale="92500" lnSpcReduction="10000"/>
          </a:bodyPr>
          <a:lstStyle/>
          <a:p>
            <a:r>
              <a:rPr lang="en-US" dirty="0"/>
              <a:t>Lead time is the process from start to finish</a:t>
            </a:r>
          </a:p>
          <a:p>
            <a:r>
              <a:rPr lang="en-US" dirty="0"/>
              <a:t>Process time is from start of development to finished product</a:t>
            </a:r>
          </a:p>
          <a:p>
            <a:r>
              <a:rPr lang="en-US" dirty="0"/>
              <a:t>Important note</a:t>
            </a:r>
          </a:p>
          <a:p>
            <a:pPr lvl="1"/>
            <a:r>
              <a:rPr lang="en-US" dirty="0"/>
              <a:t>The customer will only experience the lead time </a:t>
            </a:r>
          </a:p>
        </p:txBody>
      </p:sp>
      <p:sp>
        <p:nvSpPr>
          <p:cNvPr id="6" name="Slide Number Placeholder 13">
            <a:extLst>
              <a:ext uri="{FF2B5EF4-FFF2-40B4-BE49-F238E27FC236}">
                <a16:creationId xmlns:a16="http://schemas.microsoft.com/office/drawing/2014/main" id="{4800F032-5102-94C2-865C-AE9D448B2744}"/>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BB5C5013-A563-C783-9185-9C847D4B4A46}"/>
              </a:ext>
            </a:extLst>
          </p:cNvPr>
          <p:cNvSpPr>
            <a:spLocks noGrp="1"/>
          </p:cNvSpPr>
          <p:nvPr>
            <p:ph type="sldNum" sz="quarter" idx="29"/>
          </p:nvPr>
        </p:nvSpPr>
        <p:spPr/>
        <p:txBody>
          <a:bodyPr/>
          <a:lstStyle/>
          <a:p>
            <a:fld id="{47FEACEE-25B4-4A2D-B147-27296E36371D}" type="slidenum">
              <a:rPr lang="en-US" altLang="zh-CN" noProof="0" smtClean="0"/>
              <a:pPr/>
              <a:t>6</a:t>
            </a:fld>
            <a:endParaRPr lang="en-US" altLang="zh-CN" noProof="0" dirty="0"/>
          </a:p>
        </p:txBody>
      </p:sp>
      <p:pic>
        <p:nvPicPr>
          <p:cNvPr id="8" name="Content Placeholder 7">
            <a:extLst>
              <a:ext uri="{FF2B5EF4-FFF2-40B4-BE49-F238E27FC236}">
                <a16:creationId xmlns:a16="http://schemas.microsoft.com/office/drawing/2014/main" id="{CC06C93D-37C6-DB16-D464-BC04C002507E}"/>
              </a:ext>
            </a:extLst>
          </p:cNvPr>
          <p:cNvPicPr>
            <a:picLocks noGrp="1" noChangeAspect="1"/>
          </p:cNvPicPr>
          <p:nvPr>
            <p:ph idx="30"/>
          </p:nvPr>
        </p:nvPicPr>
        <p:blipFill>
          <a:blip r:embed="rId3"/>
          <a:stretch>
            <a:fillRect/>
          </a:stretch>
        </p:blipFill>
        <p:spPr>
          <a:xfrm>
            <a:off x="1989225" y="2905571"/>
            <a:ext cx="6199012" cy="3048695"/>
          </a:xfrm>
        </p:spPr>
      </p:pic>
    </p:spTree>
    <p:extLst>
      <p:ext uri="{BB962C8B-B14F-4D97-AF65-F5344CB8AC3E}">
        <p14:creationId xmlns:p14="http://schemas.microsoft.com/office/powerpoint/2010/main" val="1246021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C59F6-9B22-C211-4B4C-A2FD4B914C46}"/>
              </a:ext>
            </a:extLst>
          </p:cNvPr>
          <p:cNvSpPr>
            <a:spLocks noGrp="1"/>
          </p:cNvSpPr>
          <p:nvPr>
            <p:ph type="title"/>
          </p:nvPr>
        </p:nvSpPr>
        <p:spPr>
          <a:xfrm>
            <a:off x="914400" y="731520"/>
            <a:ext cx="7671816" cy="2103120"/>
          </a:xfrm>
          <a:noFill/>
        </p:spPr>
        <p:txBody>
          <a:bodyPr anchor="b" anchorCtr="0">
            <a:noAutofit/>
          </a:bodyPr>
          <a:lstStyle/>
          <a:p>
            <a:r>
              <a:rPr lang="en-US" dirty="0"/>
              <a:t>Cycle Dependent Process</a:t>
            </a:r>
          </a:p>
        </p:txBody>
      </p:sp>
      <p:sp>
        <p:nvSpPr>
          <p:cNvPr id="3" name="Slide Number Placeholder 2">
            <a:extLst>
              <a:ext uri="{FF2B5EF4-FFF2-40B4-BE49-F238E27FC236}">
                <a16:creationId xmlns:a16="http://schemas.microsoft.com/office/drawing/2014/main" id="{C5231D8C-5C7D-BFD9-19A4-7628C1400A37}"/>
              </a:ext>
            </a:extLst>
          </p:cNvPr>
          <p:cNvSpPr>
            <a:spLocks noGrp="1"/>
          </p:cNvSpPr>
          <p:nvPr>
            <p:ph type="sldNum" sz="quarter" idx="12"/>
          </p:nvPr>
        </p:nvSpPr>
        <p:spPr/>
        <p:txBody>
          <a:bodyPr/>
          <a:lstStyle/>
          <a:p>
            <a:fld id="{CBD12358-51D2-46B3-9BDE-DF29528B9454}" type="slidenum">
              <a:rPr lang="en-US" smtClean="0"/>
              <a:t>7</a:t>
            </a:fld>
            <a:endParaRPr lang="en-US" dirty="0"/>
          </a:p>
        </p:txBody>
      </p:sp>
      <p:pic>
        <p:nvPicPr>
          <p:cNvPr id="7" name="Content Placeholder 6">
            <a:extLst>
              <a:ext uri="{FF2B5EF4-FFF2-40B4-BE49-F238E27FC236}">
                <a16:creationId xmlns:a16="http://schemas.microsoft.com/office/drawing/2014/main" id="{8460B866-B5AA-651C-297D-C3A5F3DE31EE}"/>
              </a:ext>
            </a:extLst>
          </p:cNvPr>
          <p:cNvPicPr>
            <a:picLocks noGrp="1" noChangeAspect="1"/>
          </p:cNvPicPr>
          <p:nvPr>
            <p:ph idx="14"/>
          </p:nvPr>
        </p:nvPicPr>
        <p:blipFill>
          <a:blip r:embed="rId2"/>
          <a:stretch>
            <a:fillRect/>
          </a:stretch>
        </p:blipFill>
        <p:spPr>
          <a:xfrm>
            <a:off x="1975654" y="2945219"/>
            <a:ext cx="8240692" cy="2989875"/>
          </a:xfrm>
        </p:spPr>
      </p:pic>
    </p:spTree>
    <p:extLst>
      <p:ext uri="{BB962C8B-B14F-4D97-AF65-F5344CB8AC3E}">
        <p14:creationId xmlns:p14="http://schemas.microsoft.com/office/powerpoint/2010/main" val="36046306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40F62-9216-B331-1C83-5CF8ADDFCB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B11888-43D6-723F-639E-B97FFF1788F1}"/>
              </a:ext>
            </a:extLst>
          </p:cNvPr>
          <p:cNvSpPr>
            <a:spLocks noGrp="1"/>
          </p:cNvSpPr>
          <p:nvPr>
            <p:ph type="title"/>
          </p:nvPr>
        </p:nvSpPr>
        <p:spPr>
          <a:xfrm>
            <a:off x="5998464" y="731520"/>
            <a:ext cx="5029200" cy="3291840"/>
          </a:xfrm>
        </p:spPr>
        <p:txBody>
          <a:bodyPr lIns="0" anchor="b" anchorCtr="0"/>
          <a:lstStyle/>
          <a:p>
            <a:r>
              <a:rPr lang="en-US" dirty="0"/>
              <a:t>The Common Scenario</a:t>
            </a:r>
          </a:p>
        </p:txBody>
      </p:sp>
      <p:sp>
        <p:nvSpPr>
          <p:cNvPr id="3" name="Text Placeholder 2">
            <a:extLst>
              <a:ext uri="{FF2B5EF4-FFF2-40B4-BE49-F238E27FC236}">
                <a16:creationId xmlns:a16="http://schemas.microsoft.com/office/drawing/2014/main" id="{40DD9A3C-A541-3D7C-14FA-040C4DDB23F2}"/>
              </a:ext>
            </a:extLst>
          </p:cNvPr>
          <p:cNvSpPr>
            <a:spLocks noGrp="1"/>
          </p:cNvSpPr>
          <p:nvPr>
            <p:ph type="body" sz="quarter" idx="28"/>
          </p:nvPr>
        </p:nvSpPr>
        <p:spPr>
          <a:xfrm>
            <a:off x="6117336" y="4172084"/>
            <a:ext cx="4910328" cy="1005840"/>
          </a:xfrm>
        </p:spPr>
        <p:txBody>
          <a:bodyPr/>
          <a:lstStyle/>
          <a:p>
            <a:r>
              <a:rPr lang="en-US" dirty="0"/>
              <a:t>Overcomplicated deployment lead?</a:t>
            </a:r>
          </a:p>
        </p:txBody>
      </p:sp>
    </p:spTree>
    <p:extLst>
      <p:ext uri="{BB962C8B-B14F-4D97-AF65-F5344CB8AC3E}">
        <p14:creationId xmlns:p14="http://schemas.microsoft.com/office/powerpoint/2010/main" val="4083478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5F43F-6B93-4F78-F481-D4F775CD19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A45638-130E-692D-28F0-C37561826836}"/>
              </a:ext>
            </a:extLst>
          </p:cNvPr>
          <p:cNvSpPr>
            <a:spLocks noGrp="1"/>
          </p:cNvSpPr>
          <p:nvPr>
            <p:ph type="title"/>
          </p:nvPr>
        </p:nvSpPr>
        <p:spPr>
          <a:xfrm>
            <a:off x="914400" y="2487168"/>
            <a:ext cx="4572000" cy="3383280"/>
          </a:xfrm>
          <a:noFill/>
        </p:spPr>
        <p:txBody>
          <a:bodyPr anchor="t" anchorCtr="0">
            <a:noAutofit/>
          </a:bodyPr>
          <a:lstStyle/>
          <a:p>
            <a:r>
              <a:rPr lang="en-US" dirty="0"/>
              <a:t>Inefficiency</a:t>
            </a:r>
            <a:br>
              <a:rPr lang="en-US" dirty="0"/>
            </a:br>
            <a:r>
              <a:rPr lang="en-US" dirty="0"/>
              <a:t>hurts deployment</a:t>
            </a:r>
          </a:p>
        </p:txBody>
      </p:sp>
      <p:sp>
        <p:nvSpPr>
          <p:cNvPr id="3" name="Content Placeholder 2">
            <a:extLst>
              <a:ext uri="{FF2B5EF4-FFF2-40B4-BE49-F238E27FC236}">
                <a16:creationId xmlns:a16="http://schemas.microsoft.com/office/drawing/2014/main" id="{2A1D184A-A2E6-D2DA-2E2A-7DCD2779A1E4}"/>
              </a:ext>
            </a:extLst>
          </p:cNvPr>
          <p:cNvSpPr>
            <a:spLocks noGrp="1"/>
          </p:cNvSpPr>
          <p:nvPr>
            <p:ph idx="1"/>
          </p:nvPr>
        </p:nvSpPr>
        <p:spPr>
          <a:xfrm>
            <a:off x="6217920" y="2487168"/>
            <a:ext cx="5029200" cy="3383280"/>
          </a:xfrm>
          <a:noFill/>
        </p:spPr>
        <p:txBody>
          <a:bodyPr>
            <a:normAutofit/>
          </a:bodyPr>
          <a:lstStyle/>
          <a:p>
            <a:r>
              <a:rPr lang="en-US" dirty="0"/>
              <a:t>Complex systems increase workload</a:t>
            </a:r>
          </a:p>
          <a:p>
            <a:r>
              <a:rPr lang="en-US" dirty="0"/>
              <a:t>Delegate the required tasks to the associated teams</a:t>
            </a:r>
          </a:p>
          <a:p>
            <a:r>
              <a:rPr lang="en-US" dirty="0"/>
              <a:t>Joining pieces of the product together should enhance the product not take away from it</a:t>
            </a:r>
          </a:p>
          <a:p>
            <a:r>
              <a:rPr lang="en-US" dirty="0"/>
              <a:t>Streamline the process</a:t>
            </a:r>
          </a:p>
        </p:txBody>
      </p:sp>
      <p:sp>
        <p:nvSpPr>
          <p:cNvPr id="4" name="Slide Number Placeholder 3">
            <a:extLst>
              <a:ext uri="{FF2B5EF4-FFF2-40B4-BE49-F238E27FC236}">
                <a16:creationId xmlns:a16="http://schemas.microsoft.com/office/drawing/2014/main" id="{435D8A65-083D-9703-13EC-DB5F2A7F7678}"/>
              </a:ext>
            </a:extLst>
          </p:cNvPr>
          <p:cNvSpPr>
            <a:spLocks noGrp="1"/>
          </p:cNvSpPr>
          <p:nvPr>
            <p:ph type="sldNum" sz="quarter" idx="12"/>
          </p:nvPr>
        </p:nvSpPr>
        <p:spPr/>
        <p:txBody>
          <a:bodyPr/>
          <a:lstStyle/>
          <a:p>
            <a:fld id="{69E57DC2-970A-4B3E-BB1C-7A09969E49DF}" type="slidenum">
              <a:rPr lang="en-US" smtClean="0"/>
              <a:t>9</a:t>
            </a:fld>
            <a:endParaRPr lang="en-US" dirty="0"/>
          </a:p>
        </p:txBody>
      </p:sp>
    </p:spTree>
    <p:extLst>
      <p:ext uri="{BB962C8B-B14F-4D97-AF65-F5344CB8AC3E}">
        <p14:creationId xmlns:p14="http://schemas.microsoft.com/office/powerpoint/2010/main" val="40317139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E3478-F28F-92EA-CF64-79E885A59C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2059F0-D96B-251A-0577-4EA6126108EF}"/>
              </a:ext>
            </a:extLst>
          </p:cNvPr>
          <p:cNvSpPr>
            <a:spLocks noGrp="1"/>
          </p:cNvSpPr>
          <p:nvPr>
            <p:ph type="title"/>
          </p:nvPr>
        </p:nvSpPr>
        <p:spPr>
          <a:xfrm>
            <a:off x="5998464" y="731520"/>
            <a:ext cx="5029200" cy="3291840"/>
          </a:xfrm>
        </p:spPr>
        <p:txBody>
          <a:bodyPr lIns="0" anchor="b" anchorCtr="0"/>
          <a:lstStyle/>
          <a:p>
            <a:r>
              <a:rPr lang="en-US" dirty="0"/>
              <a:t>DevOps Ideal</a:t>
            </a:r>
          </a:p>
        </p:txBody>
      </p:sp>
      <p:sp>
        <p:nvSpPr>
          <p:cNvPr id="3" name="Text Placeholder 2">
            <a:extLst>
              <a:ext uri="{FF2B5EF4-FFF2-40B4-BE49-F238E27FC236}">
                <a16:creationId xmlns:a16="http://schemas.microsoft.com/office/drawing/2014/main" id="{A05DBF01-0E7F-2A2E-E2DE-07FD4EAA9E7A}"/>
              </a:ext>
            </a:extLst>
          </p:cNvPr>
          <p:cNvSpPr>
            <a:spLocks noGrp="1"/>
          </p:cNvSpPr>
          <p:nvPr>
            <p:ph type="body" sz="quarter" idx="28"/>
          </p:nvPr>
        </p:nvSpPr>
        <p:spPr>
          <a:xfrm>
            <a:off x="6117336" y="4172084"/>
            <a:ext cx="4910328" cy="1005840"/>
          </a:xfrm>
        </p:spPr>
        <p:txBody>
          <a:bodyPr/>
          <a:lstStyle/>
          <a:p>
            <a:r>
              <a:rPr lang="en-US" dirty="0"/>
              <a:t>Efficiently use time</a:t>
            </a:r>
          </a:p>
        </p:txBody>
      </p:sp>
    </p:spTree>
    <p:extLst>
      <p:ext uri="{BB962C8B-B14F-4D97-AF65-F5344CB8AC3E}">
        <p14:creationId xmlns:p14="http://schemas.microsoft.com/office/powerpoint/2010/main" val="2241230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63B5E-37AB-40D1-12A5-0DF5CFE9A6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EDCACD-3081-EA55-28B4-47763118FCE9}"/>
              </a:ext>
            </a:extLst>
          </p:cNvPr>
          <p:cNvSpPr>
            <a:spLocks noGrp="1"/>
          </p:cNvSpPr>
          <p:nvPr>
            <p:ph type="title"/>
          </p:nvPr>
        </p:nvSpPr>
        <p:spPr>
          <a:xfrm>
            <a:off x="914400" y="2487168"/>
            <a:ext cx="4572000" cy="3383280"/>
          </a:xfrm>
          <a:noFill/>
        </p:spPr>
        <p:txBody>
          <a:bodyPr anchor="t" anchorCtr="0">
            <a:noAutofit/>
          </a:bodyPr>
          <a:lstStyle/>
          <a:p>
            <a:r>
              <a:rPr lang="en-US" dirty="0"/>
              <a:t>Strive to be </a:t>
            </a:r>
            <a:br>
              <a:rPr lang="en-US" dirty="0"/>
            </a:br>
            <a:r>
              <a:rPr lang="en-US" dirty="0"/>
              <a:t>Efficient</a:t>
            </a:r>
          </a:p>
        </p:txBody>
      </p:sp>
      <p:sp>
        <p:nvSpPr>
          <p:cNvPr id="3" name="Content Placeholder 2">
            <a:extLst>
              <a:ext uri="{FF2B5EF4-FFF2-40B4-BE49-F238E27FC236}">
                <a16:creationId xmlns:a16="http://schemas.microsoft.com/office/drawing/2014/main" id="{FD8A709C-B61B-F3DE-40E6-631F6A66D649}"/>
              </a:ext>
            </a:extLst>
          </p:cNvPr>
          <p:cNvSpPr>
            <a:spLocks noGrp="1"/>
          </p:cNvSpPr>
          <p:nvPr>
            <p:ph idx="1"/>
          </p:nvPr>
        </p:nvSpPr>
        <p:spPr>
          <a:xfrm>
            <a:off x="6217920" y="2487168"/>
            <a:ext cx="5029200" cy="3383280"/>
          </a:xfrm>
          <a:noFill/>
        </p:spPr>
        <p:txBody>
          <a:bodyPr>
            <a:normAutofit/>
          </a:bodyPr>
          <a:lstStyle/>
          <a:p>
            <a:r>
              <a:rPr lang="en-US" dirty="0"/>
              <a:t>Prompt and direct constant feedback</a:t>
            </a:r>
          </a:p>
          <a:p>
            <a:r>
              <a:rPr lang="en-US" dirty="0"/>
              <a:t>Proper version control implementation</a:t>
            </a:r>
          </a:p>
          <a:p>
            <a:r>
              <a:rPr lang="en-US" dirty="0"/>
              <a:t>Small teams coming together to make a larger product</a:t>
            </a:r>
          </a:p>
          <a:p>
            <a:r>
              <a:rPr lang="en-US" dirty="0"/>
              <a:t>Increase efficiency by allowing and fostering independent solutions</a:t>
            </a:r>
          </a:p>
        </p:txBody>
      </p:sp>
      <p:sp>
        <p:nvSpPr>
          <p:cNvPr id="4" name="Slide Number Placeholder 3">
            <a:extLst>
              <a:ext uri="{FF2B5EF4-FFF2-40B4-BE49-F238E27FC236}">
                <a16:creationId xmlns:a16="http://schemas.microsoft.com/office/drawing/2014/main" id="{133AC490-16E6-6E9E-59E0-C9CF5EC1B19B}"/>
              </a:ext>
            </a:extLst>
          </p:cNvPr>
          <p:cNvSpPr>
            <a:spLocks noGrp="1"/>
          </p:cNvSpPr>
          <p:nvPr>
            <p:ph type="sldNum" sz="quarter" idx="12"/>
          </p:nvPr>
        </p:nvSpPr>
        <p:spPr/>
        <p:txBody>
          <a:bodyPr/>
          <a:lstStyle/>
          <a:p>
            <a:fld id="{69E57DC2-970A-4B3E-BB1C-7A09969E49DF}" type="slidenum">
              <a:rPr lang="en-US" smtClean="0"/>
              <a:t>11</a:t>
            </a:fld>
            <a:endParaRPr lang="en-US" dirty="0"/>
          </a:p>
        </p:txBody>
      </p:sp>
    </p:spTree>
    <p:extLst>
      <p:ext uri="{BB962C8B-B14F-4D97-AF65-F5344CB8AC3E}">
        <p14:creationId xmlns:p14="http://schemas.microsoft.com/office/powerpoint/2010/main" val="40241883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21E73BA-53B9-C0C1-476A-00736A64AB79}"/>
              </a:ext>
            </a:extLst>
          </p:cNvPr>
          <p:cNvSpPr>
            <a:spLocks noGrp="1"/>
          </p:cNvSpPr>
          <p:nvPr>
            <p:ph type="title"/>
          </p:nvPr>
        </p:nvSpPr>
        <p:spPr>
          <a:xfrm>
            <a:off x="3465576" y="220584"/>
            <a:ext cx="7955280" cy="1335024"/>
          </a:xfrm>
        </p:spPr>
        <p:txBody>
          <a:bodyPr anchor="b" anchorCtr="0"/>
          <a:lstStyle/>
          <a:p>
            <a:r>
              <a:rPr lang="en-US" dirty="0"/>
              <a:t>Sources</a:t>
            </a:r>
          </a:p>
        </p:txBody>
      </p:sp>
      <p:sp>
        <p:nvSpPr>
          <p:cNvPr id="14" name="Text Placeholder 13">
            <a:extLst>
              <a:ext uri="{FF2B5EF4-FFF2-40B4-BE49-F238E27FC236}">
                <a16:creationId xmlns:a16="http://schemas.microsoft.com/office/drawing/2014/main" id="{C78180D0-1AB6-8416-0EB1-10648E1A6050}"/>
              </a:ext>
            </a:extLst>
          </p:cNvPr>
          <p:cNvSpPr>
            <a:spLocks noGrp="1"/>
          </p:cNvSpPr>
          <p:nvPr>
            <p:ph idx="14"/>
          </p:nvPr>
        </p:nvSpPr>
        <p:spPr>
          <a:xfrm>
            <a:off x="3465575" y="1555608"/>
            <a:ext cx="7728593" cy="4662312"/>
          </a:xfrm>
        </p:spPr>
        <p:txBody>
          <a:bodyPr/>
          <a:lstStyle/>
          <a:p>
            <a:pPr marL="0" indent="0">
              <a:buNone/>
            </a:pPr>
            <a:r>
              <a:rPr lang="en-US" dirty="0"/>
              <a:t>Atlassian. (n.d.). </a:t>
            </a:r>
            <a:r>
              <a:rPr lang="en-US" i="1" dirty="0"/>
              <a:t>What is Value Stream Management (VSM) and why is it important?</a:t>
            </a:r>
            <a:r>
              <a:rPr lang="en-US" dirty="0"/>
              <a:t>. What is Value Stream Management (VSM) and Why is it Important? Article | Agile. https://www.atlassian.com/agile/value-stream-management </a:t>
            </a:r>
          </a:p>
          <a:p>
            <a:pPr marL="0" indent="0">
              <a:buNone/>
            </a:pPr>
            <a:r>
              <a:rPr lang="en-US" dirty="0"/>
              <a:t>Wong, M. (2022, October 28). </a:t>
            </a:r>
            <a:r>
              <a:rPr lang="en-US" i="1" dirty="0"/>
              <a:t>What is value stream management in software delivery?</a:t>
            </a:r>
            <a:r>
              <a:rPr lang="en-US" dirty="0"/>
              <a:t>. Planview. https://www.planview.com/resources/articles/value-stream-management-software-delivery/ </a:t>
            </a:r>
          </a:p>
          <a:p>
            <a:pPr marL="0" indent="0">
              <a:buNone/>
            </a:pPr>
            <a:endParaRPr lang="en-US" dirty="0">
              <a:effectLst/>
            </a:endParaRPr>
          </a:p>
        </p:txBody>
      </p:sp>
      <p:sp>
        <p:nvSpPr>
          <p:cNvPr id="2" name="Slide Number Placeholder 1">
            <a:extLst>
              <a:ext uri="{FF2B5EF4-FFF2-40B4-BE49-F238E27FC236}">
                <a16:creationId xmlns:a16="http://schemas.microsoft.com/office/drawing/2014/main" id="{B2E4D147-B48C-ADE3-3FEF-627D467699A2}"/>
              </a:ext>
            </a:extLst>
          </p:cNvPr>
          <p:cNvSpPr>
            <a:spLocks noGrp="1"/>
          </p:cNvSpPr>
          <p:nvPr>
            <p:ph type="sldNum" sz="quarter" idx="40"/>
          </p:nvPr>
        </p:nvSpPr>
        <p:spPr>
          <a:xfrm>
            <a:off x="11194169" y="6217920"/>
            <a:ext cx="458592" cy="365125"/>
          </a:xfrm>
        </p:spPr>
        <p:txBody>
          <a:bodyPr/>
          <a:lstStyle/>
          <a:p>
            <a:fld id="{47FEACEE-25B4-4A2D-B147-27296E36371D}" type="slidenum">
              <a:rPr lang="en-US" altLang="zh-CN" noProof="0" smtClean="0"/>
              <a:pPr/>
              <a:t>12</a:t>
            </a:fld>
            <a:endParaRPr lang="en-US" altLang="zh-CN" noProof="0" dirty="0"/>
          </a:p>
        </p:txBody>
      </p:sp>
      <p:sp>
        <p:nvSpPr>
          <p:cNvPr id="15" name="Slide Number Placeholder 13">
            <a:extLst>
              <a:ext uri="{FF2B5EF4-FFF2-40B4-BE49-F238E27FC236}">
                <a16:creationId xmlns:a16="http://schemas.microsoft.com/office/drawing/2014/main" id="{55AB7753-4245-72E4-BEDB-33038672BA35}"/>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altLang="zh-CN" sz="1200" u="none" strike="noStrike" kern="1200" cap="none" spc="0" normalizeH="0" baseline="0" dirty="0">
              <a:ln>
                <a:noFill/>
              </a:ln>
              <a:solidFill>
                <a:schemeClr val="bg1"/>
              </a:solidFill>
              <a:effectLst/>
              <a:uLnTx/>
              <a:uFillTx/>
            </a:endParaRPr>
          </a:p>
        </p:txBody>
      </p:sp>
    </p:spTree>
    <p:extLst>
      <p:ext uri="{BB962C8B-B14F-4D97-AF65-F5344CB8AC3E}">
        <p14:creationId xmlns:p14="http://schemas.microsoft.com/office/powerpoint/2010/main" val="25197270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a:xfrm>
            <a:off x="6035040" y="731520"/>
            <a:ext cx="5394960" cy="2103120"/>
          </a:xfrm>
        </p:spPr>
        <p:txBody>
          <a:bodyPr/>
          <a:lstStyle/>
          <a:p>
            <a:r>
              <a:rPr lang="en-US" dirty="0"/>
              <a:t>Thank you</a:t>
            </a:r>
          </a:p>
        </p:txBody>
      </p:sp>
      <p:sp>
        <p:nvSpPr>
          <p:cNvPr id="25" name="Text Placeholder 24">
            <a:extLst>
              <a:ext uri="{FF2B5EF4-FFF2-40B4-BE49-F238E27FC236}">
                <a16:creationId xmlns:a16="http://schemas.microsoft.com/office/drawing/2014/main" id="{B993E4D5-4AD0-4740-096D-6822944C8FF6}"/>
              </a:ext>
            </a:extLst>
          </p:cNvPr>
          <p:cNvSpPr>
            <a:spLocks noGrp="1"/>
          </p:cNvSpPr>
          <p:nvPr>
            <p:ph type="body" sz="quarter" idx="27"/>
          </p:nvPr>
        </p:nvSpPr>
        <p:spPr>
          <a:xfrm>
            <a:off x="6035040" y="3108960"/>
            <a:ext cx="5394960" cy="1879791"/>
          </a:xfrm>
        </p:spPr>
        <p:txBody>
          <a:bodyPr/>
          <a:lstStyle/>
          <a:p>
            <a:r>
              <a:rPr lang="en-US" dirty="0"/>
              <a:t>Zac Baker</a:t>
            </a:r>
          </a:p>
          <a:p>
            <a:endParaRPr lang="en-US" dirty="0"/>
          </a:p>
        </p:txBody>
      </p:sp>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Custom">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6">
      <a:majorFont>
        <a:latin typeface="Posterama"/>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TM9027928_win32_EF_v4" id="{FA821E7E-D625-4DCD-A30E-3216B54C8383}" vid="{DE28BE6C-8054-44B2-A92D-A1CAFC256BD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0009351-EDD4-484E-ACD6-D50CCB137637}">
  <ds:schemaRefs>
    <ds:schemaRef ds:uri="http://schemas.microsoft.com/sharepoint/v3/contenttype/forms"/>
  </ds:schemaRefs>
</ds:datastoreItem>
</file>

<file path=customXml/itemProps2.xml><?xml version="1.0" encoding="utf-8"?>
<ds:datastoreItem xmlns:ds="http://schemas.openxmlformats.org/officeDocument/2006/customXml" ds:itemID="{C8DB3C62-858A-4A01-AFEF-21E0BB8CE26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79897CAE-455D-42C9-A951-0C21BC1225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Hexagon presentation dark</Template>
  <TotalTime>47</TotalTime>
  <Words>780</Words>
  <Application>Microsoft Office PowerPoint</Application>
  <PresentationFormat>Widescreen</PresentationFormat>
  <Paragraphs>63</Paragraphs>
  <Slides>13</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等线</vt:lpstr>
      <vt:lpstr>Abadi</vt:lpstr>
      <vt:lpstr>Arial</vt:lpstr>
      <vt:lpstr>Calibri</vt:lpstr>
      <vt:lpstr>Posterama</vt:lpstr>
      <vt:lpstr>Posterama Text SemiBold</vt:lpstr>
      <vt:lpstr>Custom</vt:lpstr>
      <vt:lpstr>The Technology Value Stream</vt:lpstr>
      <vt:lpstr>Topics</vt:lpstr>
      <vt:lpstr>What is it?</vt:lpstr>
      <vt:lpstr>Process Start to Finish</vt:lpstr>
      <vt:lpstr>Lead vs Processing Time</vt:lpstr>
      <vt:lpstr>Time Spent</vt:lpstr>
      <vt:lpstr>Cycle Dependent Process</vt:lpstr>
      <vt:lpstr>The Common Scenario</vt:lpstr>
      <vt:lpstr>Inefficiency hurts deployment</vt:lpstr>
      <vt:lpstr>DevOps Ideal</vt:lpstr>
      <vt:lpstr>Strive to be  Efficient</vt:lpstr>
      <vt:lpstr>Sources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zachary baker</dc:creator>
  <cp:lastModifiedBy>zachary baker</cp:lastModifiedBy>
  <cp:revision>7</cp:revision>
  <dcterms:created xsi:type="dcterms:W3CDTF">2026-01-19T04:19:35Z</dcterms:created>
  <dcterms:modified xsi:type="dcterms:W3CDTF">2026-01-19T05:07:20Z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